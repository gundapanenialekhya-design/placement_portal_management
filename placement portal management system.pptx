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5" r:id="rId1"/>
  </p:sldMasterIdLst>
  <p:notesMasterIdLst>
    <p:notesMasterId r:id="rId21"/>
  </p:notesMasterIdLst>
  <p:sldIdLst>
    <p:sldId id="262" r:id="rId2"/>
    <p:sldId id="256" r:id="rId3"/>
    <p:sldId id="258" r:id="rId4"/>
    <p:sldId id="269" r:id="rId5"/>
    <p:sldId id="271" r:id="rId6"/>
    <p:sldId id="272" r:id="rId7"/>
    <p:sldId id="270" r:id="rId8"/>
    <p:sldId id="264" r:id="rId9"/>
    <p:sldId id="265" r:id="rId10"/>
    <p:sldId id="266" r:id="rId11"/>
    <p:sldId id="267" r:id="rId12"/>
    <p:sldId id="268" r:id="rId13"/>
    <p:sldId id="273" r:id="rId14"/>
    <p:sldId id="275" r:id="rId15"/>
    <p:sldId id="274" r:id="rId16"/>
    <p:sldId id="278" r:id="rId17"/>
    <p:sldId id="277" r:id="rId18"/>
    <p:sldId id="279" r:id="rId19"/>
    <p:sldId id="263" r:id="rId20"/>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338416-08FE-4573-A06D-EB5593452A37}" v="14" dt="2024-09-27T18:13:10.7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16" autoAdjust="0"/>
    <p:restoredTop sz="95706" autoAdjust="0"/>
  </p:normalViewPr>
  <p:slideViewPr>
    <p:cSldViewPr snapToGrid="0" snapToObjects="1">
      <p:cViewPr varScale="1">
        <p:scale>
          <a:sx n="80" d="100"/>
          <a:sy n="80" d="100"/>
        </p:scale>
        <p:origin x="202"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risha G" userId="e5b4b1976d7c884e" providerId="LiveId" clId="{1C338416-08FE-4573-A06D-EB5593452A37}"/>
    <pc:docChg chg="undo redo custSel addSld delSld modSld sldOrd modMainMaster">
      <pc:chgData name="Sirisha G" userId="e5b4b1976d7c884e" providerId="LiveId" clId="{1C338416-08FE-4573-A06D-EB5593452A37}" dt="2024-10-21T06:34:43.065" v="1003" actId="2696"/>
      <pc:docMkLst>
        <pc:docMk/>
      </pc:docMkLst>
      <pc:sldChg chg="modSp mod modTransition">
        <pc:chgData name="Sirisha G" userId="e5b4b1976d7c884e" providerId="LiveId" clId="{1C338416-08FE-4573-A06D-EB5593452A37}" dt="2024-09-29T18:42:35.738" v="392" actId="20577"/>
        <pc:sldMkLst>
          <pc:docMk/>
          <pc:sldMk cId="0" sldId="256"/>
        </pc:sldMkLst>
        <pc:spChg chg="mod">
          <ac:chgData name="Sirisha G" userId="e5b4b1976d7c884e" providerId="LiveId" clId="{1C338416-08FE-4573-A06D-EB5593452A37}" dt="2024-09-29T18:42:35.738" v="392" actId="20577"/>
          <ac:spMkLst>
            <pc:docMk/>
            <pc:sldMk cId="0" sldId="256"/>
            <ac:spMk id="8" creationId="{C9247F84-B811-02F9-F5F0-BC86267E10FA}"/>
          </ac:spMkLst>
        </pc:spChg>
      </pc:sldChg>
      <pc:sldChg chg="del">
        <pc:chgData name="Sirisha G" userId="e5b4b1976d7c884e" providerId="LiveId" clId="{1C338416-08FE-4573-A06D-EB5593452A37}" dt="2024-09-21T08:18:46.455" v="0" actId="2696"/>
        <pc:sldMkLst>
          <pc:docMk/>
          <pc:sldMk cId="0" sldId="257"/>
        </pc:sldMkLst>
      </pc:sldChg>
      <pc:sldChg chg="modSp mod modTransition">
        <pc:chgData name="Sirisha G" userId="e5b4b1976d7c884e" providerId="LiveId" clId="{1C338416-08FE-4573-A06D-EB5593452A37}" dt="2024-09-27T18:15:08.128" v="350" actId="255"/>
        <pc:sldMkLst>
          <pc:docMk/>
          <pc:sldMk cId="0" sldId="258"/>
        </pc:sldMkLst>
        <pc:spChg chg="mod">
          <ac:chgData name="Sirisha G" userId="e5b4b1976d7c884e" providerId="LiveId" clId="{1C338416-08FE-4573-A06D-EB5593452A37}" dt="2024-09-27T18:15:08.128" v="350" actId="255"/>
          <ac:spMkLst>
            <pc:docMk/>
            <pc:sldMk cId="0" sldId="258"/>
            <ac:spMk id="16" creationId="{8EF07FA0-E6FF-1060-65EE-80C49CF67EB5}"/>
          </ac:spMkLst>
        </pc:spChg>
      </pc:sldChg>
      <pc:sldChg chg="modSp mod modTransition">
        <pc:chgData name="Sirisha G" userId="e5b4b1976d7c884e" providerId="LiveId" clId="{1C338416-08FE-4573-A06D-EB5593452A37}" dt="2024-09-29T18:38:39.175" v="351" actId="20577"/>
        <pc:sldMkLst>
          <pc:docMk/>
          <pc:sldMk cId="2092043517" sldId="262"/>
        </pc:sldMkLst>
        <pc:spChg chg="mod">
          <ac:chgData name="Sirisha G" userId="e5b4b1976d7c884e" providerId="LiveId" clId="{1C338416-08FE-4573-A06D-EB5593452A37}" dt="2024-09-29T18:38:39.175" v="351" actId="20577"/>
          <ac:spMkLst>
            <pc:docMk/>
            <pc:sldMk cId="2092043517" sldId="262"/>
            <ac:spMk id="9" creationId="{05D3E172-79F2-58D2-5905-9831130CAA45}"/>
          </ac:spMkLst>
        </pc:spChg>
      </pc:sldChg>
      <pc:sldChg chg="modTransition">
        <pc:chgData name="Sirisha G" userId="e5b4b1976d7c884e" providerId="LiveId" clId="{1C338416-08FE-4573-A06D-EB5593452A37}" dt="2024-09-27T18:13:10.760" v="347"/>
        <pc:sldMkLst>
          <pc:docMk/>
          <pc:sldMk cId="3201477142" sldId="263"/>
        </pc:sldMkLst>
      </pc:sldChg>
      <pc:sldChg chg="addSp delSp modSp new mod modTransition">
        <pc:chgData name="Sirisha G" userId="e5b4b1976d7c884e" providerId="LiveId" clId="{1C338416-08FE-4573-A06D-EB5593452A37}" dt="2024-09-29T18:45:11.954" v="480" actId="1076"/>
        <pc:sldMkLst>
          <pc:docMk/>
          <pc:sldMk cId="3355815854" sldId="264"/>
        </pc:sldMkLst>
        <pc:spChg chg="mod">
          <ac:chgData name="Sirisha G" userId="e5b4b1976d7c884e" providerId="LiveId" clId="{1C338416-08FE-4573-A06D-EB5593452A37}" dt="2024-09-29T18:45:11.954" v="480" actId="1076"/>
          <ac:spMkLst>
            <pc:docMk/>
            <pc:sldMk cId="3355815854" sldId="264"/>
            <ac:spMk id="2" creationId="{2ADDA25F-313C-C849-D277-03E28B545595}"/>
          </ac:spMkLst>
        </pc:spChg>
        <pc:spChg chg="del">
          <ac:chgData name="Sirisha G" userId="e5b4b1976d7c884e" providerId="LiveId" clId="{1C338416-08FE-4573-A06D-EB5593452A37}" dt="2024-09-27T17:43:07.775" v="2"/>
          <ac:spMkLst>
            <pc:docMk/>
            <pc:sldMk cId="3355815854" sldId="264"/>
            <ac:spMk id="3" creationId="{FEB9130F-52C5-1796-19FD-C67CDE4DE137}"/>
          </ac:spMkLst>
        </pc:spChg>
        <pc:spChg chg="del mod">
          <ac:chgData name="Sirisha G" userId="e5b4b1976d7c884e" providerId="LiveId" clId="{1C338416-08FE-4573-A06D-EB5593452A37}" dt="2024-09-29T18:44:26.111" v="467" actId="478"/>
          <ac:spMkLst>
            <pc:docMk/>
            <pc:sldMk cId="3355815854" sldId="264"/>
            <ac:spMk id="4" creationId="{ABB5B1F6-2761-86D9-1EAF-459B7E9F39C9}"/>
          </ac:spMkLst>
        </pc:spChg>
        <pc:spChg chg="add del mod">
          <ac:chgData name="Sirisha G" userId="e5b4b1976d7c884e" providerId="LiveId" clId="{1C338416-08FE-4573-A06D-EB5593452A37}" dt="2024-09-29T18:44:30.251" v="468" actId="478"/>
          <ac:spMkLst>
            <pc:docMk/>
            <pc:sldMk cId="3355815854" sldId="264"/>
            <ac:spMk id="6" creationId="{ADC234E5-6EBA-0EA3-28A4-1B970E18EA7F}"/>
          </ac:spMkLst>
        </pc:spChg>
        <pc:picChg chg="add mod">
          <ac:chgData name="Sirisha G" userId="e5b4b1976d7c884e" providerId="LiveId" clId="{1C338416-08FE-4573-A06D-EB5593452A37}" dt="2024-09-29T18:45:04.971" v="479" actId="14100"/>
          <ac:picMkLst>
            <pc:docMk/>
            <pc:sldMk cId="3355815854" sldId="264"/>
            <ac:picMk id="5" creationId="{AA63705B-85DD-47E3-5EBE-32F753ECC57C}"/>
          </ac:picMkLst>
        </pc:picChg>
      </pc:sldChg>
      <pc:sldChg chg="addSp delSp modSp new mod modTransition">
        <pc:chgData name="Sirisha G" userId="e5b4b1976d7c884e" providerId="LiveId" clId="{1C338416-08FE-4573-A06D-EB5593452A37}" dt="2024-09-29T18:46:07.062" v="513" actId="14100"/>
        <pc:sldMkLst>
          <pc:docMk/>
          <pc:sldMk cId="1539083233" sldId="265"/>
        </pc:sldMkLst>
        <pc:spChg chg="mod">
          <ac:chgData name="Sirisha G" userId="e5b4b1976d7c884e" providerId="LiveId" clId="{1C338416-08FE-4573-A06D-EB5593452A37}" dt="2024-09-29T18:45:48.017" v="507" actId="20577"/>
          <ac:spMkLst>
            <pc:docMk/>
            <pc:sldMk cId="1539083233" sldId="265"/>
            <ac:spMk id="2" creationId="{36C79E16-9BF0-7016-3DDB-3DCB528D0A61}"/>
          </ac:spMkLst>
        </pc:spChg>
        <pc:spChg chg="del">
          <ac:chgData name="Sirisha G" userId="e5b4b1976d7c884e" providerId="LiveId" clId="{1C338416-08FE-4573-A06D-EB5593452A37}" dt="2024-09-27T17:44:31.960" v="24"/>
          <ac:spMkLst>
            <pc:docMk/>
            <pc:sldMk cId="1539083233" sldId="265"/>
            <ac:spMk id="3" creationId="{67FEDEB6-9516-720F-43F5-2D66BBA11F42}"/>
          </ac:spMkLst>
        </pc:spChg>
        <pc:spChg chg="del mod">
          <ac:chgData name="Sirisha G" userId="e5b4b1976d7c884e" providerId="LiveId" clId="{1C338416-08FE-4573-A06D-EB5593452A37}" dt="2024-09-29T18:45:29.859" v="481" actId="478"/>
          <ac:spMkLst>
            <pc:docMk/>
            <pc:sldMk cId="1539083233" sldId="265"/>
            <ac:spMk id="4" creationId="{B9927487-EDBE-1F9B-24BD-0D646901F233}"/>
          </ac:spMkLst>
        </pc:spChg>
        <pc:spChg chg="add del mod">
          <ac:chgData name="Sirisha G" userId="e5b4b1976d7c884e" providerId="LiveId" clId="{1C338416-08FE-4573-A06D-EB5593452A37}" dt="2024-09-29T18:45:32.876" v="482" actId="478"/>
          <ac:spMkLst>
            <pc:docMk/>
            <pc:sldMk cId="1539083233" sldId="265"/>
            <ac:spMk id="6" creationId="{C56DA9E1-8645-D3CA-442D-163B4C835429}"/>
          </ac:spMkLst>
        </pc:spChg>
        <pc:picChg chg="add mod">
          <ac:chgData name="Sirisha G" userId="e5b4b1976d7c884e" providerId="LiveId" clId="{1C338416-08FE-4573-A06D-EB5593452A37}" dt="2024-09-29T18:46:07.062" v="513" actId="14100"/>
          <ac:picMkLst>
            <pc:docMk/>
            <pc:sldMk cId="1539083233" sldId="265"/>
            <ac:picMk id="5" creationId="{A280D76D-52BF-4F5B-9C73-5D0F16BC2501}"/>
          </ac:picMkLst>
        </pc:picChg>
      </pc:sldChg>
      <pc:sldChg chg="addSp delSp modSp new mod modTransition">
        <pc:chgData name="Sirisha G" userId="e5b4b1976d7c884e" providerId="LiveId" clId="{1C338416-08FE-4573-A06D-EB5593452A37}" dt="2024-09-29T18:46:50.683" v="546" actId="1076"/>
        <pc:sldMkLst>
          <pc:docMk/>
          <pc:sldMk cId="3032575948" sldId="266"/>
        </pc:sldMkLst>
        <pc:spChg chg="mod">
          <ac:chgData name="Sirisha G" userId="e5b4b1976d7c884e" providerId="LiveId" clId="{1C338416-08FE-4573-A06D-EB5593452A37}" dt="2024-09-29T18:46:44.168" v="544" actId="20577"/>
          <ac:spMkLst>
            <pc:docMk/>
            <pc:sldMk cId="3032575948" sldId="266"/>
            <ac:spMk id="2" creationId="{747776BE-F75D-1417-E05A-A3AC00027A77}"/>
          </ac:spMkLst>
        </pc:spChg>
        <pc:spChg chg="del">
          <ac:chgData name="Sirisha G" userId="e5b4b1976d7c884e" providerId="LiveId" clId="{1C338416-08FE-4573-A06D-EB5593452A37}" dt="2024-09-27T17:46:00.648" v="59"/>
          <ac:spMkLst>
            <pc:docMk/>
            <pc:sldMk cId="3032575948" sldId="266"/>
            <ac:spMk id="3" creationId="{D4A4B2F0-EB26-232C-7CE3-473FBC73F63F}"/>
          </ac:spMkLst>
        </pc:spChg>
        <pc:spChg chg="del mod">
          <ac:chgData name="Sirisha G" userId="e5b4b1976d7c884e" providerId="LiveId" clId="{1C338416-08FE-4573-A06D-EB5593452A37}" dt="2024-09-29T18:46:15.999" v="514" actId="478"/>
          <ac:spMkLst>
            <pc:docMk/>
            <pc:sldMk cId="3032575948" sldId="266"/>
            <ac:spMk id="4" creationId="{906CDB49-B4D0-078A-AB85-1AD5DEACFC5C}"/>
          </ac:spMkLst>
        </pc:spChg>
        <pc:spChg chg="add del mod">
          <ac:chgData name="Sirisha G" userId="e5b4b1976d7c884e" providerId="LiveId" clId="{1C338416-08FE-4573-A06D-EB5593452A37}" dt="2024-09-29T18:46:18.608" v="515" actId="478"/>
          <ac:spMkLst>
            <pc:docMk/>
            <pc:sldMk cId="3032575948" sldId="266"/>
            <ac:spMk id="6" creationId="{703B3C60-43DE-BC4C-399B-C9ED9FBEA62B}"/>
          </ac:spMkLst>
        </pc:spChg>
        <pc:picChg chg="add mod">
          <ac:chgData name="Sirisha G" userId="e5b4b1976d7c884e" providerId="LiveId" clId="{1C338416-08FE-4573-A06D-EB5593452A37}" dt="2024-09-29T18:46:50.683" v="546" actId="1076"/>
          <ac:picMkLst>
            <pc:docMk/>
            <pc:sldMk cId="3032575948" sldId="266"/>
            <ac:picMk id="5" creationId="{EB581FD2-B145-CC63-6EB3-78E8B49EEFF5}"/>
          </ac:picMkLst>
        </pc:picChg>
      </pc:sldChg>
      <pc:sldChg chg="addSp delSp modSp new mod modTransition">
        <pc:chgData name="Sirisha G" userId="e5b4b1976d7c884e" providerId="LiveId" clId="{1C338416-08FE-4573-A06D-EB5593452A37}" dt="2024-09-29T18:47:46.724" v="580" actId="14100"/>
        <pc:sldMkLst>
          <pc:docMk/>
          <pc:sldMk cId="4236796042" sldId="267"/>
        </pc:sldMkLst>
        <pc:spChg chg="mod">
          <ac:chgData name="Sirisha G" userId="e5b4b1976d7c884e" providerId="LiveId" clId="{1C338416-08FE-4573-A06D-EB5593452A37}" dt="2024-09-29T18:47:35.210" v="577" actId="20577"/>
          <ac:spMkLst>
            <pc:docMk/>
            <pc:sldMk cId="4236796042" sldId="267"/>
            <ac:spMk id="2" creationId="{537219ED-9F62-94AF-3477-CD557BCA8D0A}"/>
          </ac:spMkLst>
        </pc:spChg>
        <pc:spChg chg="del">
          <ac:chgData name="Sirisha G" userId="e5b4b1976d7c884e" providerId="LiveId" clId="{1C338416-08FE-4573-A06D-EB5593452A37}" dt="2024-09-27T17:49:22.126" v="90"/>
          <ac:spMkLst>
            <pc:docMk/>
            <pc:sldMk cId="4236796042" sldId="267"/>
            <ac:spMk id="3" creationId="{81AFE7E6-941A-41FD-8EE3-061562B941C7}"/>
          </ac:spMkLst>
        </pc:spChg>
        <pc:spChg chg="del mod">
          <ac:chgData name="Sirisha G" userId="e5b4b1976d7c884e" providerId="LiveId" clId="{1C338416-08FE-4573-A06D-EB5593452A37}" dt="2024-09-29T18:47:03.292" v="548" actId="478"/>
          <ac:spMkLst>
            <pc:docMk/>
            <pc:sldMk cId="4236796042" sldId="267"/>
            <ac:spMk id="4" creationId="{44FC6603-D7F9-057A-411A-7A71FA39B4C9}"/>
          </ac:spMkLst>
        </pc:spChg>
        <pc:spChg chg="add del mod">
          <ac:chgData name="Sirisha G" userId="e5b4b1976d7c884e" providerId="LiveId" clId="{1C338416-08FE-4573-A06D-EB5593452A37}" dt="2024-09-29T18:47:05.291" v="549" actId="478"/>
          <ac:spMkLst>
            <pc:docMk/>
            <pc:sldMk cId="4236796042" sldId="267"/>
            <ac:spMk id="6" creationId="{9F62A1EB-EA77-80EE-748C-AF4743AFADD9}"/>
          </ac:spMkLst>
        </pc:spChg>
        <pc:picChg chg="add mod">
          <ac:chgData name="Sirisha G" userId="e5b4b1976d7c884e" providerId="LiveId" clId="{1C338416-08FE-4573-A06D-EB5593452A37}" dt="2024-09-29T18:47:46.724" v="580" actId="14100"/>
          <ac:picMkLst>
            <pc:docMk/>
            <pc:sldMk cId="4236796042" sldId="267"/>
            <ac:picMk id="5" creationId="{36BE9BBD-EE14-B17A-20DB-7BDE2DACF93A}"/>
          </ac:picMkLst>
        </pc:picChg>
      </pc:sldChg>
      <pc:sldChg chg="addSp delSp modSp new mod modTransition">
        <pc:chgData name="Sirisha G" userId="e5b4b1976d7c884e" providerId="LiveId" clId="{1C338416-08FE-4573-A06D-EB5593452A37}" dt="2024-09-29T18:48:29.034" v="615" actId="20577"/>
        <pc:sldMkLst>
          <pc:docMk/>
          <pc:sldMk cId="1047209959" sldId="268"/>
        </pc:sldMkLst>
        <pc:spChg chg="mod">
          <ac:chgData name="Sirisha G" userId="e5b4b1976d7c884e" providerId="LiveId" clId="{1C338416-08FE-4573-A06D-EB5593452A37}" dt="2024-09-29T18:48:29.034" v="615" actId="20577"/>
          <ac:spMkLst>
            <pc:docMk/>
            <pc:sldMk cId="1047209959" sldId="268"/>
            <ac:spMk id="2" creationId="{BE601C07-3B8F-043B-9E67-347A422B2E5C}"/>
          </ac:spMkLst>
        </pc:spChg>
        <pc:spChg chg="del">
          <ac:chgData name="Sirisha G" userId="e5b4b1976d7c884e" providerId="LiveId" clId="{1C338416-08FE-4573-A06D-EB5593452A37}" dt="2024-09-27T17:50:35.468" v="129"/>
          <ac:spMkLst>
            <pc:docMk/>
            <pc:sldMk cId="1047209959" sldId="268"/>
            <ac:spMk id="3" creationId="{57FE450B-BFF1-D88C-B615-3AD3F1866965}"/>
          </ac:spMkLst>
        </pc:spChg>
        <pc:spChg chg="del mod">
          <ac:chgData name="Sirisha G" userId="e5b4b1976d7c884e" providerId="LiveId" clId="{1C338416-08FE-4573-A06D-EB5593452A37}" dt="2024-09-29T18:47:54.271" v="581" actId="478"/>
          <ac:spMkLst>
            <pc:docMk/>
            <pc:sldMk cId="1047209959" sldId="268"/>
            <ac:spMk id="4" creationId="{90A416A2-21CE-382E-522E-707A1D51810D}"/>
          </ac:spMkLst>
        </pc:spChg>
        <pc:spChg chg="add del mod">
          <ac:chgData name="Sirisha G" userId="e5b4b1976d7c884e" providerId="LiveId" clId="{1C338416-08FE-4573-A06D-EB5593452A37}" dt="2024-09-29T18:47:57.942" v="582" actId="478"/>
          <ac:spMkLst>
            <pc:docMk/>
            <pc:sldMk cId="1047209959" sldId="268"/>
            <ac:spMk id="6" creationId="{0C2DC72F-F688-09FB-E9A1-3FB520405A6F}"/>
          </ac:spMkLst>
        </pc:spChg>
        <pc:picChg chg="add mod">
          <ac:chgData name="Sirisha G" userId="e5b4b1976d7c884e" providerId="LiveId" clId="{1C338416-08FE-4573-A06D-EB5593452A37}" dt="2024-09-29T18:48:09.367" v="585" actId="1076"/>
          <ac:picMkLst>
            <pc:docMk/>
            <pc:sldMk cId="1047209959" sldId="268"/>
            <ac:picMk id="5" creationId="{B30AE3D8-614B-AA49-927A-554BD2988F5C}"/>
          </ac:picMkLst>
        </pc:picChg>
      </pc:sldChg>
      <pc:sldChg chg="modSp new mod modTransition">
        <pc:chgData name="Sirisha G" userId="e5b4b1976d7c884e" providerId="LiveId" clId="{1C338416-08FE-4573-A06D-EB5593452A37}" dt="2024-09-27T18:13:10.760" v="347"/>
        <pc:sldMkLst>
          <pc:docMk/>
          <pc:sldMk cId="3139391784" sldId="269"/>
        </pc:sldMkLst>
        <pc:spChg chg="mod">
          <ac:chgData name="Sirisha G" userId="e5b4b1976d7c884e" providerId="LiveId" clId="{1C338416-08FE-4573-A06D-EB5593452A37}" dt="2024-09-27T17:57:28.767" v="206" actId="255"/>
          <ac:spMkLst>
            <pc:docMk/>
            <pc:sldMk cId="3139391784" sldId="269"/>
            <ac:spMk id="2" creationId="{6F9E92FC-FA11-7D5D-31D1-8A124D6F8402}"/>
          </ac:spMkLst>
        </pc:spChg>
        <pc:spChg chg="mod">
          <ac:chgData name="Sirisha G" userId="e5b4b1976d7c884e" providerId="LiveId" clId="{1C338416-08FE-4573-A06D-EB5593452A37}" dt="2024-09-27T17:57:59.522" v="215"/>
          <ac:spMkLst>
            <pc:docMk/>
            <pc:sldMk cId="3139391784" sldId="269"/>
            <ac:spMk id="3" creationId="{217E5F4B-FDD4-FF5D-FE9B-C8121A488392}"/>
          </ac:spMkLst>
        </pc:spChg>
      </pc:sldChg>
      <pc:sldChg chg="addSp delSp modSp new mod ord modTransition">
        <pc:chgData name="Sirisha G" userId="e5b4b1976d7c884e" providerId="LiveId" clId="{1C338416-08FE-4573-A06D-EB5593452A37}" dt="2024-09-29T18:44:12.798" v="465" actId="14100"/>
        <pc:sldMkLst>
          <pc:docMk/>
          <pc:sldMk cId="372657022" sldId="270"/>
        </pc:sldMkLst>
        <pc:spChg chg="mod">
          <ac:chgData name="Sirisha G" userId="e5b4b1976d7c884e" providerId="LiveId" clId="{1C338416-08FE-4573-A06D-EB5593452A37}" dt="2024-09-29T18:43:57.919" v="460" actId="20577"/>
          <ac:spMkLst>
            <pc:docMk/>
            <pc:sldMk cId="372657022" sldId="270"/>
            <ac:spMk id="2" creationId="{4501694C-AB85-CD74-7AD5-E47E73E35A99}"/>
          </ac:spMkLst>
        </pc:spChg>
        <pc:spChg chg="del">
          <ac:chgData name="Sirisha G" userId="e5b4b1976d7c884e" providerId="LiveId" clId="{1C338416-08FE-4573-A06D-EB5593452A37}" dt="2024-09-27T17:52:15.216" v="149"/>
          <ac:spMkLst>
            <pc:docMk/>
            <pc:sldMk cId="372657022" sldId="270"/>
            <ac:spMk id="3" creationId="{CC70A30A-2A53-EA96-7FFD-1BE4F4794D30}"/>
          </ac:spMkLst>
        </pc:spChg>
        <pc:spChg chg="del mod">
          <ac:chgData name="Sirisha G" userId="e5b4b1976d7c884e" providerId="LiveId" clId="{1C338416-08FE-4573-A06D-EB5593452A37}" dt="2024-09-29T18:43:01.251" v="394" actId="478"/>
          <ac:spMkLst>
            <pc:docMk/>
            <pc:sldMk cId="372657022" sldId="270"/>
            <ac:spMk id="4" creationId="{D772CF84-847C-F118-FF77-AE9B60E76C9D}"/>
          </ac:spMkLst>
        </pc:spChg>
        <pc:spChg chg="add del mod">
          <ac:chgData name="Sirisha G" userId="e5b4b1976d7c884e" providerId="LiveId" clId="{1C338416-08FE-4573-A06D-EB5593452A37}" dt="2024-09-29T18:43:06.906" v="395" actId="478"/>
          <ac:spMkLst>
            <pc:docMk/>
            <pc:sldMk cId="372657022" sldId="270"/>
            <ac:spMk id="6" creationId="{FDF0DBF4-8AFF-8DF7-ECA1-CAAF472A96BD}"/>
          </ac:spMkLst>
        </pc:spChg>
        <pc:picChg chg="add mod">
          <ac:chgData name="Sirisha G" userId="e5b4b1976d7c884e" providerId="LiveId" clId="{1C338416-08FE-4573-A06D-EB5593452A37}" dt="2024-09-29T18:44:12.798" v="465" actId="14100"/>
          <ac:picMkLst>
            <pc:docMk/>
            <pc:sldMk cId="372657022" sldId="270"/>
            <ac:picMk id="5" creationId="{30C08D6B-14A9-3B8E-AAF9-630B43117529}"/>
          </ac:picMkLst>
        </pc:picChg>
      </pc:sldChg>
      <pc:sldChg chg="new del">
        <pc:chgData name="Sirisha G" userId="e5b4b1976d7c884e" providerId="LiveId" clId="{1C338416-08FE-4573-A06D-EB5593452A37}" dt="2024-09-27T17:52:04.937" v="147" actId="47"/>
        <pc:sldMkLst>
          <pc:docMk/>
          <pc:sldMk cId="3555122114" sldId="270"/>
        </pc:sldMkLst>
      </pc:sldChg>
      <pc:sldChg chg="new del">
        <pc:chgData name="Sirisha G" userId="e5b4b1976d7c884e" providerId="LiveId" clId="{1C338416-08FE-4573-A06D-EB5593452A37}" dt="2024-09-27T17:59:14.526" v="219" actId="47"/>
        <pc:sldMkLst>
          <pc:docMk/>
          <pc:sldMk cId="2095670016" sldId="271"/>
        </pc:sldMkLst>
      </pc:sldChg>
      <pc:sldChg chg="new del">
        <pc:chgData name="Sirisha G" userId="e5b4b1976d7c884e" providerId="LiveId" clId="{1C338416-08FE-4573-A06D-EB5593452A37}" dt="2024-09-27T17:59:25.933" v="221" actId="47"/>
        <pc:sldMkLst>
          <pc:docMk/>
          <pc:sldMk cId="2679575210" sldId="271"/>
        </pc:sldMkLst>
      </pc:sldChg>
      <pc:sldChg chg="new del">
        <pc:chgData name="Sirisha G" userId="e5b4b1976d7c884e" providerId="LiveId" clId="{1C338416-08FE-4573-A06D-EB5593452A37}" dt="2024-09-27T17:58:58.140" v="217" actId="47"/>
        <pc:sldMkLst>
          <pc:docMk/>
          <pc:sldMk cId="2755483258" sldId="271"/>
        </pc:sldMkLst>
      </pc:sldChg>
      <pc:sldChg chg="delSp modSp new mod modTransition">
        <pc:chgData name="Sirisha G" userId="e5b4b1976d7c884e" providerId="LiveId" clId="{1C338416-08FE-4573-A06D-EB5593452A37}" dt="2024-09-27T18:13:10.760" v="347"/>
        <pc:sldMkLst>
          <pc:docMk/>
          <pc:sldMk cId="3806514441" sldId="271"/>
        </pc:sldMkLst>
        <pc:spChg chg="del mod">
          <ac:chgData name="Sirisha G" userId="e5b4b1976d7c884e" providerId="LiveId" clId="{1C338416-08FE-4573-A06D-EB5593452A37}" dt="2024-09-27T18:00:08.896" v="232" actId="478"/>
          <ac:spMkLst>
            <pc:docMk/>
            <pc:sldMk cId="3806514441" sldId="271"/>
            <ac:spMk id="2" creationId="{2B7D2473-0044-0BAF-608A-84F9B3C06622}"/>
          </ac:spMkLst>
        </pc:spChg>
        <pc:spChg chg="mod">
          <ac:chgData name="Sirisha G" userId="e5b4b1976d7c884e" providerId="LiveId" clId="{1C338416-08FE-4573-A06D-EB5593452A37}" dt="2024-09-27T18:04:07.956" v="298" actId="27636"/>
          <ac:spMkLst>
            <pc:docMk/>
            <pc:sldMk cId="3806514441" sldId="271"/>
            <ac:spMk id="3" creationId="{7CF04CA4-5EC1-1E6C-0BF1-0C06F47839B8}"/>
          </ac:spMkLst>
        </pc:spChg>
      </pc:sldChg>
      <pc:sldChg chg="delSp modSp new mod modTransition">
        <pc:chgData name="Sirisha G" userId="e5b4b1976d7c884e" providerId="LiveId" clId="{1C338416-08FE-4573-A06D-EB5593452A37}" dt="2024-09-27T18:13:10.760" v="347"/>
        <pc:sldMkLst>
          <pc:docMk/>
          <pc:sldMk cId="3419131330" sldId="272"/>
        </pc:sldMkLst>
        <pc:spChg chg="del">
          <ac:chgData name="Sirisha G" userId="e5b4b1976d7c884e" providerId="LiveId" clId="{1C338416-08FE-4573-A06D-EB5593452A37}" dt="2024-09-27T18:04:44.334" v="302" actId="478"/>
          <ac:spMkLst>
            <pc:docMk/>
            <pc:sldMk cId="3419131330" sldId="272"/>
            <ac:spMk id="2" creationId="{8D2E8822-33CF-5B94-9C4A-F9DEB75D7577}"/>
          </ac:spMkLst>
        </pc:spChg>
        <pc:spChg chg="mod">
          <ac:chgData name="Sirisha G" userId="e5b4b1976d7c884e" providerId="LiveId" clId="{1C338416-08FE-4573-A06D-EB5593452A37}" dt="2024-09-27T18:08:22.706" v="341" actId="20577"/>
          <ac:spMkLst>
            <pc:docMk/>
            <pc:sldMk cId="3419131330" sldId="272"/>
            <ac:spMk id="3" creationId="{A28E9727-6A31-0285-A088-A0AAD0F73D68}"/>
          </ac:spMkLst>
        </pc:spChg>
      </pc:sldChg>
      <pc:sldChg chg="delSp modSp new mod">
        <pc:chgData name="Sirisha G" userId="e5b4b1976d7c884e" providerId="LiveId" clId="{1C338416-08FE-4573-A06D-EB5593452A37}" dt="2024-10-21T06:25:16.131" v="982" actId="27636"/>
        <pc:sldMkLst>
          <pc:docMk/>
          <pc:sldMk cId="1949229917" sldId="273"/>
        </pc:sldMkLst>
        <pc:spChg chg="mod">
          <ac:chgData name="Sirisha G" userId="e5b4b1976d7c884e" providerId="LiveId" clId="{1C338416-08FE-4573-A06D-EB5593452A37}" dt="2024-09-29T18:53:07.052" v="666" actId="20577"/>
          <ac:spMkLst>
            <pc:docMk/>
            <pc:sldMk cId="1949229917" sldId="273"/>
            <ac:spMk id="2" creationId="{19B32D8C-48F7-FB38-8E61-1D53151F5A46}"/>
          </ac:spMkLst>
        </pc:spChg>
        <pc:spChg chg="del">
          <ac:chgData name="Sirisha G" userId="e5b4b1976d7c884e" providerId="LiveId" clId="{1C338416-08FE-4573-A06D-EB5593452A37}" dt="2024-09-29T18:52:43.398" v="638" actId="478"/>
          <ac:spMkLst>
            <pc:docMk/>
            <pc:sldMk cId="1949229917" sldId="273"/>
            <ac:spMk id="3" creationId="{7DD09CD6-2647-8EE6-2B9E-7D256F2AEF07}"/>
          </ac:spMkLst>
        </pc:spChg>
        <pc:spChg chg="mod">
          <ac:chgData name="Sirisha G" userId="e5b4b1976d7c884e" providerId="LiveId" clId="{1C338416-08FE-4573-A06D-EB5593452A37}" dt="2024-10-21T06:25:16.131" v="982" actId="27636"/>
          <ac:spMkLst>
            <pc:docMk/>
            <pc:sldMk cId="1949229917" sldId="273"/>
            <ac:spMk id="4" creationId="{F4C351AC-5ECA-F5E4-B360-0AA4C7E91328}"/>
          </ac:spMkLst>
        </pc:spChg>
      </pc:sldChg>
      <pc:sldChg chg="delSp modSp new mod">
        <pc:chgData name="Sirisha G" userId="e5b4b1976d7c884e" providerId="LiveId" clId="{1C338416-08FE-4573-A06D-EB5593452A37}" dt="2024-10-21T06:27:13.224" v="1001" actId="20577"/>
        <pc:sldMkLst>
          <pc:docMk/>
          <pc:sldMk cId="2112713121" sldId="274"/>
        </pc:sldMkLst>
        <pc:spChg chg="del">
          <ac:chgData name="Sirisha G" userId="e5b4b1976d7c884e" providerId="LiveId" clId="{1C338416-08FE-4573-A06D-EB5593452A37}" dt="2024-09-29T18:54:22.505" v="676" actId="478"/>
          <ac:spMkLst>
            <pc:docMk/>
            <pc:sldMk cId="2112713121" sldId="274"/>
            <ac:spMk id="2" creationId="{BAB957FF-F7D1-D50A-F757-9C2E5BC75CFA}"/>
          </ac:spMkLst>
        </pc:spChg>
        <pc:spChg chg="del">
          <ac:chgData name="Sirisha G" userId="e5b4b1976d7c884e" providerId="LiveId" clId="{1C338416-08FE-4573-A06D-EB5593452A37}" dt="2024-09-29T18:54:27.303" v="677" actId="478"/>
          <ac:spMkLst>
            <pc:docMk/>
            <pc:sldMk cId="2112713121" sldId="274"/>
            <ac:spMk id="3" creationId="{80B8EEF7-5CD9-86BC-FF33-C87539B53E87}"/>
          </ac:spMkLst>
        </pc:spChg>
        <pc:spChg chg="mod">
          <ac:chgData name="Sirisha G" userId="e5b4b1976d7c884e" providerId="LiveId" clId="{1C338416-08FE-4573-A06D-EB5593452A37}" dt="2024-10-21T06:27:13.224" v="1001" actId="20577"/>
          <ac:spMkLst>
            <pc:docMk/>
            <pc:sldMk cId="2112713121" sldId="274"/>
            <ac:spMk id="4" creationId="{1A4B9AE8-96B2-6A9B-8DDB-DFDE98ACD2E8}"/>
          </ac:spMkLst>
        </pc:spChg>
      </pc:sldChg>
      <pc:sldChg chg="delSp modSp new mod">
        <pc:chgData name="Sirisha G" userId="e5b4b1976d7c884e" providerId="LiveId" clId="{1C338416-08FE-4573-A06D-EB5593452A37}" dt="2024-10-21T06:27:02.959" v="999" actId="20577"/>
        <pc:sldMkLst>
          <pc:docMk/>
          <pc:sldMk cId="1375027984" sldId="275"/>
        </pc:sldMkLst>
        <pc:spChg chg="del mod">
          <ac:chgData name="Sirisha G" userId="e5b4b1976d7c884e" providerId="LiveId" clId="{1C338416-08FE-4573-A06D-EB5593452A37}" dt="2024-09-29T18:56:32.496" v="694" actId="478"/>
          <ac:spMkLst>
            <pc:docMk/>
            <pc:sldMk cId="1375027984" sldId="275"/>
            <ac:spMk id="2" creationId="{FB78C26A-3D95-7411-ACE5-C15B5C5B5CF1}"/>
          </ac:spMkLst>
        </pc:spChg>
        <pc:spChg chg="del">
          <ac:chgData name="Sirisha G" userId="e5b4b1976d7c884e" providerId="LiveId" clId="{1C338416-08FE-4573-A06D-EB5593452A37}" dt="2024-09-29T18:56:35.230" v="695" actId="478"/>
          <ac:spMkLst>
            <pc:docMk/>
            <pc:sldMk cId="1375027984" sldId="275"/>
            <ac:spMk id="3" creationId="{F7B7AE25-C529-28DD-EEA5-41907FE67D01}"/>
          </ac:spMkLst>
        </pc:spChg>
        <pc:spChg chg="mod">
          <ac:chgData name="Sirisha G" userId="e5b4b1976d7c884e" providerId="LiveId" clId="{1C338416-08FE-4573-A06D-EB5593452A37}" dt="2024-10-21T06:27:02.959" v="999" actId="20577"/>
          <ac:spMkLst>
            <pc:docMk/>
            <pc:sldMk cId="1375027984" sldId="275"/>
            <ac:spMk id="4" creationId="{CDD21C3A-7227-5AB3-9CC8-7CAF35E7C07B}"/>
          </ac:spMkLst>
        </pc:spChg>
      </pc:sldChg>
      <pc:sldChg chg="addSp delSp modSp new del mod">
        <pc:chgData name="Sirisha G" userId="e5b4b1976d7c884e" providerId="LiveId" clId="{1C338416-08FE-4573-A06D-EB5593452A37}" dt="2024-10-21T06:34:43.065" v="1003" actId="2696"/>
        <pc:sldMkLst>
          <pc:docMk/>
          <pc:sldMk cId="2883255868" sldId="276"/>
        </pc:sldMkLst>
        <pc:spChg chg="del">
          <ac:chgData name="Sirisha G" userId="e5b4b1976d7c884e" providerId="LiveId" clId="{1C338416-08FE-4573-A06D-EB5593452A37}" dt="2024-09-29T18:57:10.275" v="701" actId="478"/>
          <ac:spMkLst>
            <pc:docMk/>
            <pc:sldMk cId="2883255868" sldId="276"/>
            <ac:spMk id="2" creationId="{C4362C9F-155D-CFC5-AE97-2459D6492CA9}"/>
          </ac:spMkLst>
        </pc:spChg>
        <pc:spChg chg="del">
          <ac:chgData name="Sirisha G" userId="e5b4b1976d7c884e" providerId="LiveId" clId="{1C338416-08FE-4573-A06D-EB5593452A37}" dt="2024-09-29T18:57:13.681" v="702" actId="478"/>
          <ac:spMkLst>
            <pc:docMk/>
            <pc:sldMk cId="2883255868" sldId="276"/>
            <ac:spMk id="3" creationId="{406B6F48-4B07-F88B-95CA-486B5781E0A4}"/>
          </ac:spMkLst>
        </pc:spChg>
        <pc:spChg chg="add mod">
          <ac:chgData name="Sirisha G" userId="e5b4b1976d7c884e" providerId="LiveId" clId="{1C338416-08FE-4573-A06D-EB5593452A37}" dt="2024-10-21T06:34:37.262" v="1002" actId="478"/>
          <ac:spMkLst>
            <pc:docMk/>
            <pc:sldMk cId="2883255868" sldId="276"/>
            <ac:spMk id="3" creationId="{DA05BA00-CEFF-3E27-859E-5A899CE00E01}"/>
          </ac:spMkLst>
        </pc:spChg>
        <pc:spChg chg="del mod">
          <ac:chgData name="Sirisha G" userId="e5b4b1976d7c884e" providerId="LiveId" clId="{1C338416-08FE-4573-A06D-EB5593452A37}" dt="2024-10-21T06:34:37.262" v="1002" actId="478"/>
          <ac:spMkLst>
            <pc:docMk/>
            <pc:sldMk cId="2883255868" sldId="276"/>
            <ac:spMk id="4" creationId="{605436CF-187F-C1DF-7F13-DAFB08C50456}"/>
          </ac:spMkLst>
        </pc:spChg>
      </pc:sldChg>
      <pc:sldChg chg="delSp modSp new mod">
        <pc:chgData name="Sirisha G" userId="e5b4b1976d7c884e" providerId="LiveId" clId="{1C338416-08FE-4573-A06D-EB5593452A37}" dt="2024-09-29T19:03:35.897" v="841" actId="27636"/>
        <pc:sldMkLst>
          <pc:docMk/>
          <pc:sldMk cId="2316257848" sldId="277"/>
        </pc:sldMkLst>
        <pc:spChg chg="mod">
          <ac:chgData name="Sirisha G" userId="e5b4b1976d7c884e" providerId="LiveId" clId="{1C338416-08FE-4573-A06D-EB5593452A37}" dt="2024-09-29T19:01:50.876" v="837" actId="20577"/>
          <ac:spMkLst>
            <pc:docMk/>
            <pc:sldMk cId="2316257848" sldId="277"/>
            <ac:spMk id="2" creationId="{954B8089-3DDC-2648-0677-54B147EE760D}"/>
          </ac:spMkLst>
        </pc:spChg>
        <pc:spChg chg="del">
          <ac:chgData name="Sirisha G" userId="e5b4b1976d7c884e" providerId="LiveId" clId="{1C338416-08FE-4573-A06D-EB5593452A37}" dt="2024-09-29T19:00:29.831" v="803" actId="478"/>
          <ac:spMkLst>
            <pc:docMk/>
            <pc:sldMk cId="2316257848" sldId="277"/>
            <ac:spMk id="3" creationId="{D2541678-233A-10E2-B6E3-6DA7D23599D0}"/>
          </ac:spMkLst>
        </pc:spChg>
        <pc:spChg chg="mod">
          <ac:chgData name="Sirisha G" userId="e5b4b1976d7c884e" providerId="LiveId" clId="{1C338416-08FE-4573-A06D-EB5593452A37}" dt="2024-09-29T19:03:35.897" v="841" actId="27636"/>
          <ac:spMkLst>
            <pc:docMk/>
            <pc:sldMk cId="2316257848" sldId="277"/>
            <ac:spMk id="4" creationId="{041B62D6-C9BB-56F8-16E8-153D8B4BCDC0}"/>
          </ac:spMkLst>
        </pc:spChg>
      </pc:sldChg>
      <pc:sldChg chg="delSp modSp new mod ord">
        <pc:chgData name="Sirisha G" userId="e5b4b1976d7c884e" providerId="LiveId" clId="{1C338416-08FE-4573-A06D-EB5593452A37}" dt="2024-09-29T19:18:38.032" v="970"/>
        <pc:sldMkLst>
          <pc:docMk/>
          <pc:sldMk cId="3047541803" sldId="278"/>
        </pc:sldMkLst>
        <pc:spChg chg="mod">
          <ac:chgData name="Sirisha G" userId="e5b4b1976d7c884e" providerId="LiveId" clId="{1C338416-08FE-4573-A06D-EB5593452A37}" dt="2024-09-29T19:04:59.660" v="893" actId="20577"/>
          <ac:spMkLst>
            <pc:docMk/>
            <pc:sldMk cId="3047541803" sldId="278"/>
            <ac:spMk id="2" creationId="{0E84503E-06A8-BFF8-7833-7F3F72963A0B}"/>
          </ac:spMkLst>
        </pc:spChg>
        <pc:spChg chg="del">
          <ac:chgData name="Sirisha G" userId="e5b4b1976d7c884e" providerId="LiveId" clId="{1C338416-08FE-4573-A06D-EB5593452A37}" dt="2024-09-29T19:04:19.225" v="855" actId="478"/>
          <ac:spMkLst>
            <pc:docMk/>
            <pc:sldMk cId="3047541803" sldId="278"/>
            <ac:spMk id="3" creationId="{FC5BCE60-03DC-F84C-3CC0-D637D7CE58F3}"/>
          </ac:spMkLst>
        </pc:spChg>
        <pc:spChg chg="mod">
          <ac:chgData name="Sirisha G" userId="e5b4b1976d7c884e" providerId="LiveId" clId="{1C338416-08FE-4573-A06D-EB5593452A37}" dt="2024-09-29T19:09:04.992" v="897" actId="27636"/>
          <ac:spMkLst>
            <pc:docMk/>
            <pc:sldMk cId="3047541803" sldId="278"/>
            <ac:spMk id="4" creationId="{A98FF9A3-DDF6-4909-A8A8-997BB8F03ECA}"/>
          </ac:spMkLst>
        </pc:spChg>
      </pc:sldChg>
      <pc:sldChg chg="delSp modSp new mod">
        <pc:chgData name="Sirisha G" userId="e5b4b1976d7c884e" providerId="LiveId" clId="{1C338416-08FE-4573-A06D-EB5593452A37}" dt="2024-09-29T19:16:49.522" v="968"/>
        <pc:sldMkLst>
          <pc:docMk/>
          <pc:sldMk cId="2343471054" sldId="279"/>
        </pc:sldMkLst>
        <pc:spChg chg="mod">
          <ac:chgData name="Sirisha G" userId="e5b4b1976d7c884e" providerId="LiveId" clId="{1C338416-08FE-4573-A06D-EB5593452A37}" dt="2024-09-29T19:15:12.994" v="947" actId="20577"/>
          <ac:spMkLst>
            <pc:docMk/>
            <pc:sldMk cId="2343471054" sldId="279"/>
            <ac:spMk id="2" creationId="{4AC0C38F-1251-A608-ADA2-340C4752F2F8}"/>
          </ac:spMkLst>
        </pc:spChg>
        <pc:spChg chg="del">
          <ac:chgData name="Sirisha G" userId="e5b4b1976d7c884e" providerId="LiveId" clId="{1C338416-08FE-4573-A06D-EB5593452A37}" dt="2024-09-29T19:14:52.730" v="909" actId="478"/>
          <ac:spMkLst>
            <pc:docMk/>
            <pc:sldMk cId="2343471054" sldId="279"/>
            <ac:spMk id="3" creationId="{54F88493-4C3B-1822-027D-D7C8522B3048}"/>
          </ac:spMkLst>
        </pc:spChg>
        <pc:spChg chg="mod">
          <ac:chgData name="Sirisha G" userId="e5b4b1976d7c884e" providerId="LiveId" clId="{1C338416-08FE-4573-A06D-EB5593452A37}" dt="2024-09-29T19:16:49.522" v="968"/>
          <ac:spMkLst>
            <pc:docMk/>
            <pc:sldMk cId="2343471054" sldId="279"/>
            <ac:spMk id="4" creationId="{711EC1C4-910A-55A6-B678-518C9326E5B8}"/>
          </ac:spMkLst>
        </pc:spChg>
      </pc:sldChg>
      <pc:sldMasterChg chg="modTransition modSldLayout">
        <pc:chgData name="Sirisha G" userId="e5b4b1976d7c884e" providerId="LiveId" clId="{1C338416-08FE-4573-A06D-EB5593452A37}" dt="2024-09-27T18:13:10.760" v="347"/>
        <pc:sldMasterMkLst>
          <pc:docMk/>
          <pc:sldMasterMk cId="905786280" sldId="2147483765"/>
        </pc:sldMasterMkLst>
        <pc:sldLayoutChg chg="modTransition">
          <pc:chgData name="Sirisha G" userId="e5b4b1976d7c884e" providerId="LiveId" clId="{1C338416-08FE-4573-A06D-EB5593452A37}" dt="2024-09-27T18:13:10.760" v="347"/>
          <pc:sldLayoutMkLst>
            <pc:docMk/>
            <pc:sldMasterMk cId="905786280" sldId="2147483765"/>
            <pc:sldLayoutMk cId="3038167456" sldId="2147483766"/>
          </pc:sldLayoutMkLst>
        </pc:sldLayoutChg>
        <pc:sldLayoutChg chg="modTransition">
          <pc:chgData name="Sirisha G" userId="e5b4b1976d7c884e" providerId="LiveId" clId="{1C338416-08FE-4573-A06D-EB5593452A37}" dt="2024-09-27T18:13:10.760" v="347"/>
          <pc:sldLayoutMkLst>
            <pc:docMk/>
            <pc:sldMasterMk cId="905786280" sldId="2147483765"/>
            <pc:sldLayoutMk cId="3570974732" sldId="2147483767"/>
          </pc:sldLayoutMkLst>
        </pc:sldLayoutChg>
        <pc:sldLayoutChg chg="modTransition">
          <pc:chgData name="Sirisha G" userId="e5b4b1976d7c884e" providerId="LiveId" clId="{1C338416-08FE-4573-A06D-EB5593452A37}" dt="2024-09-27T18:13:10.760" v="347"/>
          <pc:sldLayoutMkLst>
            <pc:docMk/>
            <pc:sldMasterMk cId="905786280" sldId="2147483765"/>
            <pc:sldLayoutMk cId="3280775109" sldId="2147483768"/>
          </pc:sldLayoutMkLst>
        </pc:sldLayoutChg>
        <pc:sldLayoutChg chg="modTransition">
          <pc:chgData name="Sirisha G" userId="e5b4b1976d7c884e" providerId="LiveId" clId="{1C338416-08FE-4573-A06D-EB5593452A37}" dt="2024-09-27T18:13:10.760" v="347"/>
          <pc:sldLayoutMkLst>
            <pc:docMk/>
            <pc:sldMasterMk cId="905786280" sldId="2147483765"/>
            <pc:sldLayoutMk cId="412373878" sldId="2147483769"/>
          </pc:sldLayoutMkLst>
        </pc:sldLayoutChg>
        <pc:sldLayoutChg chg="modTransition">
          <pc:chgData name="Sirisha G" userId="e5b4b1976d7c884e" providerId="LiveId" clId="{1C338416-08FE-4573-A06D-EB5593452A37}" dt="2024-09-27T18:13:10.760" v="347"/>
          <pc:sldLayoutMkLst>
            <pc:docMk/>
            <pc:sldMasterMk cId="905786280" sldId="2147483765"/>
            <pc:sldLayoutMk cId="260240471" sldId="2147483770"/>
          </pc:sldLayoutMkLst>
        </pc:sldLayoutChg>
        <pc:sldLayoutChg chg="modTransition">
          <pc:chgData name="Sirisha G" userId="e5b4b1976d7c884e" providerId="LiveId" clId="{1C338416-08FE-4573-A06D-EB5593452A37}" dt="2024-09-27T18:13:10.760" v="347"/>
          <pc:sldLayoutMkLst>
            <pc:docMk/>
            <pc:sldMasterMk cId="905786280" sldId="2147483765"/>
            <pc:sldLayoutMk cId="260522768" sldId="2147483771"/>
          </pc:sldLayoutMkLst>
        </pc:sldLayoutChg>
        <pc:sldLayoutChg chg="modTransition">
          <pc:chgData name="Sirisha G" userId="e5b4b1976d7c884e" providerId="LiveId" clId="{1C338416-08FE-4573-A06D-EB5593452A37}" dt="2024-09-27T18:13:10.760" v="347"/>
          <pc:sldLayoutMkLst>
            <pc:docMk/>
            <pc:sldMasterMk cId="905786280" sldId="2147483765"/>
            <pc:sldLayoutMk cId="472412294" sldId="2147483772"/>
          </pc:sldLayoutMkLst>
        </pc:sldLayoutChg>
        <pc:sldLayoutChg chg="modTransition">
          <pc:chgData name="Sirisha G" userId="e5b4b1976d7c884e" providerId="LiveId" clId="{1C338416-08FE-4573-A06D-EB5593452A37}" dt="2024-09-27T18:13:10.760" v="347"/>
          <pc:sldLayoutMkLst>
            <pc:docMk/>
            <pc:sldMasterMk cId="905786280" sldId="2147483765"/>
            <pc:sldLayoutMk cId="1385170572" sldId="2147483773"/>
          </pc:sldLayoutMkLst>
        </pc:sldLayoutChg>
        <pc:sldLayoutChg chg="modTransition">
          <pc:chgData name="Sirisha G" userId="e5b4b1976d7c884e" providerId="LiveId" clId="{1C338416-08FE-4573-A06D-EB5593452A37}" dt="2024-09-27T18:13:10.760" v="347"/>
          <pc:sldLayoutMkLst>
            <pc:docMk/>
            <pc:sldMasterMk cId="905786280" sldId="2147483765"/>
            <pc:sldLayoutMk cId="3463711461" sldId="2147483774"/>
          </pc:sldLayoutMkLst>
        </pc:sldLayoutChg>
        <pc:sldLayoutChg chg="modTransition">
          <pc:chgData name="Sirisha G" userId="e5b4b1976d7c884e" providerId="LiveId" clId="{1C338416-08FE-4573-A06D-EB5593452A37}" dt="2024-09-27T18:13:10.760" v="347"/>
          <pc:sldLayoutMkLst>
            <pc:docMk/>
            <pc:sldMasterMk cId="905786280" sldId="2147483765"/>
            <pc:sldLayoutMk cId="564282209" sldId="2147483775"/>
          </pc:sldLayoutMkLst>
        </pc:sldLayoutChg>
        <pc:sldLayoutChg chg="modTransition">
          <pc:chgData name="Sirisha G" userId="e5b4b1976d7c884e" providerId="LiveId" clId="{1C338416-08FE-4573-A06D-EB5593452A37}" dt="2024-09-27T18:13:10.760" v="347"/>
          <pc:sldLayoutMkLst>
            <pc:docMk/>
            <pc:sldMasterMk cId="905786280" sldId="2147483765"/>
            <pc:sldLayoutMk cId="3778041779" sldId="2147483776"/>
          </pc:sldLayoutMkLst>
        </pc:sldLayoutChg>
        <pc:sldLayoutChg chg="modTransition">
          <pc:chgData name="Sirisha G" userId="e5b4b1976d7c884e" providerId="LiveId" clId="{1C338416-08FE-4573-A06D-EB5593452A37}" dt="2024-09-27T18:13:10.760" v="347"/>
          <pc:sldLayoutMkLst>
            <pc:docMk/>
            <pc:sldMasterMk cId="905786280" sldId="2147483765"/>
            <pc:sldLayoutMk cId="1669019329" sldId="2147483777"/>
          </pc:sldLayoutMkLst>
        </pc:sldLayoutChg>
        <pc:sldLayoutChg chg="modTransition">
          <pc:chgData name="Sirisha G" userId="e5b4b1976d7c884e" providerId="LiveId" clId="{1C338416-08FE-4573-A06D-EB5593452A37}" dt="2024-09-27T18:13:10.760" v="347"/>
          <pc:sldLayoutMkLst>
            <pc:docMk/>
            <pc:sldMasterMk cId="905786280" sldId="2147483765"/>
            <pc:sldLayoutMk cId="3313899647" sldId="2147483778"/>
          </pc:sldLayoutMkLst>
        </pc:sldLayoutChg>
        <pc:sldLayoutChg chg="modTransition">
          <pc:chgData name="Sirisha G" userId="e5b4b1976d7c884e" providerId="LiveId" clId="{1C338416-08FE-4573-A06D-EB5593452A37}" dt="2024-09-27T18:13:10.760" v="347"/>
          <pc:sldLayoutMkLst>
            <pc:docMk/>
            <pc:sldMasterMk cId="905786280" sldId="2147483765"/>
            <pc:sldLayoutMk cId="3136128986" sldId="2147483779"/>
          </pc:sldLayoutMkLst>
        </pc:sldLayoutChg>
        <pc:sldLayoutChg chg="modTransition">
          <pc:chgData name="Sirisha G" userId="e5b4b1976d7c884e" providerId="LiveId" clId="{1C338416-08FE-4573-A06D-EB5593452A37}" dt="2024-09-27T18:13:10.760" v="347"/>
          <pc:sldLayoutMkLst>
            <pc:docMk/>
            <pc:sldMasterMk cId="905786280" sldId="2147483765"/>
            <pc:sldLayoutMk cId="1778716414" sldId="2147483780"/>
          </pc:sldLayoutMkLst>
        </pc:sldLayoutChg>
        <pc:sldLayoutChg chg="modTransition">
          <pc:chgData name="Sirisha G" userId="e5b4b1976d7c884e" providerId="LiveId" clId="{1C338416-08FE-4573-A06D-EB5593452A37}" dt="2024-09-27T18:13:10.760" v="347"/>
          <pc:sldLayoutMkLst>
            <pc:docMk/>
            <pc:sldMasterMk cId="905786280" sldId="2147483765"/>
            <pc:sldLayoutMk cId="1065204053" sldId="2147483781"/>
          </pc:sldLayoutMkLst>
        </pc:sldLayoutChg>
        <pc:sldLayoutChg chg="modTransition">
          <pc:chgData name="Sirisha G" userId="e5b4b1976d7c884e" providerId="LiveId" clId="{1C338416-08FE-4573-A06D-EB5593452A37}" dt="2024-09-27T18:13:10.760" v="347"/>
          <pc:sldLayoutMkLst>
            <pc:docMk/>
            <pc:sldMasterMk cId="905786280" sldId="2147483765"/>
            <pc:sldLayoutMk cId="1507227996" sldId="2147483782"/>
          </pc:sldLayoutMkLst>
        </pc:sldLayoutChg>
        <pc:sldLayoutChg chg="modTransition">
          <pc:chgData name="Sirisha G" userId="e5b4b1976d7c884e" providerId="LiveId" clId="{1C338416-08FE-4573-A06D-EB5593452A37}" dt="2024-09-27T18:13:10.760" v="347"/>
          <pc:sldLayoutMkLst>
            <pc:docMk/>
            <pc:sldMasterMk cId="905786280" sldId="2147483765"/>
            <pc:sldLayoutMk cId="2613633879" sldId="21474837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4432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8993069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137431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4630404" cy="82296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1" y="1"/>
            <a:ext cx="2766061" cy="82296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2251709" y="1346836"/>
            <a:ext cx="10549890" cy="2865120"/>
          </a:xfrm>
        </p:spPr>
        <p:txBody>
          <a:bodyPr anchor="b">
            <a:normAutofit/>
          </a:bodyPr>
          <a:lstStyle>
            <a:lvl1pPr algn="l">
              <a:defRPr sz="5760"/>
            </a:lvl1pPr>
          </a:lstStyle>
          <a:p>
            <a:r>
              <a:rPr lang="en-US"/>
              <a:t>Click to edit Master title style</a:t>
            </a:r>
            <a:endParaRPr lang="en-US" dirty="0"/>
          </a:p>
        </p:txBody>
      </p:sp>
      <p:sp>
        <p:nvSpPr>
          <p:cNvPr id="3" name="Subtitle 2"/>
          <p:cNvSpPr>
            <a:spLocks noGrp="1"/>
          </p:cNvSpPr>
          <p:nvPr>
            <p:ph type="subTitle" idx="1"/>
          </p:nvPr>
        </p:nvSpPr>
        <p:spPr>
          <a:xfrm>
            <a:off x="2251709" y="4322446"/>
            <a:ext cx="10549890" cy="1986914"/>
          </a:xfrm>
        </p:spPr>
        <p:txBody>
          <a:bodyPr>
            <a:normAutofit/>
          </a:bodyPr>
          <a:lstStyle>
            <a:lvl1pPr marL="0" indent="0" algn="l">
              <a:buNone/>
              <a:defRPr sz="2400" cap="all" baseline="0">
                <a:solidFill>
                  <a:schemeClr val="tx2"/>
                </a:solidFill>
              </a:defRPr>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a:xfrm>
            <a:off x="8493013" y="6492242"/>
            <a:ext cx="3291840" cy="438150"/>
          </a:xfrm>
        </p:spPr>
        <p:txBody>
          <a:bodyPr/>
          <a:lstStyle/>
          <a:p>
            <a:fld id="{4AAD347D-5ACD-4C99-B74B-A9C85AD731AF}" type="datetimeFigureOut">
              <a:rPr lang="en-US" smtClean="0"/>
              <a:t>10/21/2024</a:t>
            </a:fld>
            <a:endParaRPr lang="en-US" dirty="0"/>
          </a:p>
        </p:txBody>
      </p:sp>
      <p:sp>
        <p:nvSpPr>
          <p:cNvPr id="5" name="Footer Placeholder 4"/>
          <p:cNvSpPr>
            <a:spLocks noGrp="1"/>
          </p:cNvSpPr>
          <p:nvPr>
            <p:ph type="ftr" sz="quarter" idx="11"/>
          </p:nvPr>
        </p:nvSpPr>
        <p:spPr>
          <a:xfrm>
            <a:off x="2251709" y="6492242"/>
            <a:ext cx="6149863" cy="438150"/>
          </a:xfrm>
        </p:spPr>
        <p:txBody>
          <a:bodyPr/>
          <a:lstStyle/>
          <a:p>
            <a:endParaRPr lang="en-US" dirty="0"/>
          </a:p>
        </p:txBody>
      </p:sp>
      <p:sp>
        <p:nvSpPr>
          <p:cNvPr id="6" name="Slide Number Placeholder 5"/>
          <p:cNvSpPr>
            <a:spLocks noGrp="1"/>
          </p:cNvSpPr>
          <p:nvPr>
            <p:ph type="sldNum" sz="quarter" idx="12"/>
          </p:nvPr>
        </p:nvSpPr>
        <p:spPr>
          <a:xfrm>
            <a:off x="11876294" y="6492239"/>
            <a:ext cx="925307" cy="438150"/>
          </a:xfrm>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38167456"/>
      </p:ext>
    </p:extLst>
  </p:cSld>
  <p:clrMapOvr>
    <a:masterClrMapping/>
  </p:clrMapOvr>
  <p:transition spd="slow">
    <p:cove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570974732"/>
      </p:ext>
    </p:extLst>
  </p:cSld>
  <p:clrMapOvr>
    <a:masterClrMapping/>
  </p:clrMapOvr>
  <p:transition spd="slow">
    <p:cove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69693" y="1703072"/>
            <a:ext cx="11887200" cy="3423284"/>
          </a:xfrm>
        </p:spPr>
        <p:txBody>
          <a:bodyPr anchor="b">
            <a:normAutofit/>
          </a:bodyPr>
          <a:lstStyle>
            <a:lvl1pPr>
              <a:defRPr sz="4320"/>
            </a:lvl1pPr>
          </a:lstStyle>
          <a:p>
            <a:r>
              <a:rPr lang="en-US"/>
              <a:t>Click to edit Master title style</a:t>
            </a:r>
            <a:endParaRPr lang="en-US" dirty="0"/>
          </a:p>
        </p:txBody>
      </p:sp>
      <p:sp>
        <p:nvSpPr>
          <p:cNvPr id="3" name="Text Placeholder 2"/>
          <p:cNvSpPr>
            <a:spLocks noGrp="1"/>
          </p:cNvSpPr>
          <p:nvPr>
            <p:ph type="body" idx="1"/>
          </p:nvPr>
        </p:nvSpPr>
        <p:spPr>
          <a:xfrm>
            <a:off x="1369693" y="5309235"/>
            <a:ext cx="11887200" cy="1649731"/>
          </a:xfrm>
        </p:spPr>
        <p:txBody>
          <a:bodyPr>
            <a:normAutofit/>
          </a:bodyPr>
          <a:lstStyle>
            <a:lvl1pPr marL="0" indent="0">
              <a:buNone/>
              <a:defRPr sz="2160" cap="all" baseline="0">
                <a:solidFill>
                  <a:schemeClr val="tx1">
                    <a:tint val="75000"/>
                  </a:schemeClr>
                </a:solidFill>
              </a:defRPr>
            </a:lvl1pPr>
            <a:lvl2pPr marL="548640" indent="0">
              <a:buNone/>
              <a:defRPr sz="216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80775109"/>
      </p:ext>
    </p:extLst>
  </p:cSld>
  <p:clrMapOvr>
    <a:masterClrMapping/>
  </p:clrMapOvr>
  <p:transition spd="slow">
    <p:cover/>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69693" y="2699383"/>
            <a:ext cx="5854067" cy="425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1" y="2699383"/>
            <a:ext cx="5850253" cy="425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10/21/2024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2373878"/>
      </p:ext>
    </p:extLst>
  </p:cSld>
  <p:clrMapOvr>
    <a:masterClrMapping/>
  </p:clrMapOvr>
  <p:transition spd="slow">
    <p:cove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69693" y="742952"/>
            <a:ext cx="11887200" cy="17735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644023" y="2699383"/>
            <a:ext cx="5579740" cy="988694"/>
          </a:xfrm>
        </p:spPr>
        <p:txBody>
          <a:bodyPr anchor="b"/>
          <a:lstStyle>
            <a:lvl1pPr marL="0" indent="0">
              <a:lnSpc>
                <a:spcPct val="90000"/>
              </a:lnSpc>
              <a:buNone/>
              <a:defRPr sz="2880" b="0" cap="all" baseline="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369693" y="3688077"/>
            <a:ext cx="5854069" cy="3261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80970" y="2699382"/>
            <a:ext cx="5575922" cy="988694"/>
          </a:xfrm>
        </p:spPr>
        <p:txBody>
          <a:bodyPr anchor="b"/>
          <a:lstStyle>
            <a:lvl1pPr marL="0" indent="0">
              <a:lnSpc>
                <a:spcPct val="90000"/>
              </a:lnSpc>
              <a:buNone/>
              <a:defRPr sz="2880" b="0" cap="all" baseline="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688077"/>
            <a:ext cx="5850252" cy="3261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10/21/2024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0240471"/>
      </p:ext>
    </p:extLst>
  </p:cSld>
  <p:clrMapOvr>
    <a:masterClrMapping/>
  </p:clrMapOvr>
  <p:transition spd="slow">
    <p:cove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10/21/2024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0522768"/>
      </p:ext>
    </p:extLst>
  </p:cSld>
  <p:clrMapOvr>
    <a:masterClrMapping/>
  </p:clrMapOvr>
  <p:transition spd="slow">
    <p:cover/>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10/21/2024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72412294"/>
      </p:ext>
    </p:extLst>
  </p:cSld>
  <p:clrMapOvr>
    <a:masterClrMapping/>
  </p:clrMapOvr>
  <p:transition spd="slow">
    <p:cover/>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6047" y="731521"/>
            <a:ext cx="4627244" cy="1967861"/>
          </a:xfrm>
        </p:spPr>
        <p:txBody>
          <a:bodyPr anchor="b"/>
          <a:lstStyle>
            <a:lvl1pPr>
              <a:defRPr sz="3840"/>
            </a:lvl1pPr>
          </a:lstStyle>
          <a:p>
            <a:r>
              <a:rPr lang="en-US"/>
              <a:t>Click to edit Master title style</a:t>
            </a:r>
            <a:endParaRPr lang="en-US" dirty="0"/>
          </a:p>
        </p:txBody>
      </p:sp>
      <p:sp>
        <p:nvSpPr>
          <p:cNvPr id="3" name="Content Placeholder 2"/>
          <p:cNvSpPr>
            <a:spLocks noGrp="1"/>
          </p:cNvSpPr>
          <p:nvPr>
            <p:ph idx="1"/>
          </p:nvPr>
        </p:nvSpPr>
        <p:spPr>
          <a:xfrm>
            <a:off x="6187441" y="711199"/>
            <a:ext cx="7069451" cy="623824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76047" y="2699383"/>
            <a:ext cx="4627244" cy="4250057"/>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10/21/2024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85170572"/>
      </p:ext>
    </p:extLst>
  </p:cSld>
  <p:clrMapOvr>
    <a:masterClrMapping/>
  </p:clrMapOvr>
  <p:transition spd="slow">
    <p:cover/>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69695" y="731520"/>
            <a:ext cx="7121410" cy="1967863"/>
          </a:xfrm>
        </p:spPr>
        <p:txBody>
          <a:bodyPr anchor="b"/>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8856865" y="731522"/>
            <a:ext cx="4400028" cy="621791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369693" y="2699383"/>
            <a:ext cx="7121413" cy="4250057"/>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10/21/2024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63711461"/>
      </p:ext>
    </p:extLst>
  </p:cSld>
  <p:clrMapOvr>
    <a:masterClrMapping/>
  </p:clrMapOvr>
  <p:transition spd="slow">
    <p:cover/>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69693" y="5165597"/>
            <a:ext cx="11894826" cy="983226"/>
          </a:xfrm>
        </p:spPr>
        <p:txBody>
          <a:bodyPr anchor="b">
            <a:normAutofit/>
          </a:bodyPr>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69693" y="727711"/>
            <a:ext cx="11894825" cy="3959734"/>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84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369637" y="6148824"/>
            <a:ext cx="11893031" cy="818966"/>
          </a:xfrm>
        </p:spPr>
        <p:txBody>
          <a:bodyPr>
            <a:normAutofit/>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10/21/2024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64282209"/>
      </p:ext>
    </p:extLst>
  </p:cSld>
  <p:clrMapOvr>
    <a:masterClrMapping/>
  </p:clrMapOvr>
  <p:transition spd="slow">
    <p:cover/>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69748" y="731520"/>
            <a:ext cx="11887146" cy="4114800"/>
          </a:xfrm>
        </p:spPr>
        <p:txBody>
          <a:bodyPr anchor="ctr">
            <a:normAutofit/>
          </a:bodyPr>
          <a:lstStyle>
            <a:lvl1pPr>
              <a:defRPr sz="4320"/>
            </a:lvl1pPr>
          </a:lstStyle>
          <a:p>
            <a:r>
              <a:rPr lang="en-US"/>
              <a:t>Click to edit Master title style</a:t>
            </a:r>
            <a:endParaRPr lang="en-US" dirty="0"/>
          </a:p>
        </p:txBody>
      </p:sp>
      <p:sp>
        <p:nvSpPr>
          <p:cNvPr id="4" name="Text Placeholder 3"/>
          <p:cNvSpPr>
            <a:spLocks noGrp="1"/>
          </p:cNvSpPr>
          <p:nvPr>
            <p:ph type="body" sz="half" idx="2"/>
          </p:nvPr>
        </p:nvSpPr>
        <p:spPr>
          <a:xfrm>
            <a:off x="1369693" y="5303519"/>
            <a:ext cx="11885351" cy="1645919"/>
          </a:xfrm>
        </p:spPr>
        <p:txBody>
          <a:bodyPr anchor="ctr">
            <a:normAutofit/>
          </a:bodyPr>
          <a:lstStyle>
            <a:lvl1pPr marL="0" indent="0">
              <a:buNone/>
              <a:defRPr sz="216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10/21/2024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778041779"/>
      </p:ext>
    </p:extLst>
  </p:cSld>
  <p:clrMapOvr>
    <a:masterClrMapping/>
  </p:clrMapOvr>
  <p:transition spd="slow">
    <p:cover/>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5455" y="731519"/>
            <a:ext cx="11163302" cy="3298115"/>
          </a:xfrm>
        </p:spPr>
        <p:txBody>
          <a:bodyPr anchor="ctr">
            <a:normAutofit/>
          </a:bodyPr>
          <a:lstStyle>
            <a:lvl1pPr>
              <a:defRPr sz="4320"/>
            </a:lvl1pPr>
          </a:lstStyle>
          <a:p>
            <a:r>
              <a:rPr lang="en-US"/>
              <a:t>Click to edit Master title style</a:t>
            </a:r>
            <a:endParaRPr lang="en-US" dirty="0"/>
          </a:p>
        </p:txBody>
      </p:sp>
      <p:sp>
        <p:nvSpPr>
          <p:cNvPr id="12" name="Text Placeholder 3"/>
          <p:cNvSpPr>
            <a:spLocks noGrp="1"/>
          </p:cNvSpPr>
          <p:nvPr>
            <p:ph type="body" sz="half" idx="13"/>
          </p:nvPr>
        </p:nvSpPr>
        <p:spPr>
          <a:xfrm>
            <a:off x="2064773" y="4038668"/>
            <a:ext cx="10502759" cy="658762"/>
          </a:xfrm>
        </p:spPr>
        <p:txBody>
          <a:bodyPr anchor="t">
            <a:normAutofit/>
          </a:bodyPr>
          <a:lstStyle>
            <a:lvl1pPr marL="0" indent="0">
              <a:buNone/>
              <a:defRPr sz="16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4" name="Text Placeholder 3"/>
          <p:cNvSpPr>
            <a:spLocks noGrp="1"/>
          </p:cNvSpPr>
          <p:nvPr>
            <p:ph type="body" sz="half" idx="2"/>
          </p:nvPr>
        </p:nvSpPr>
        <p:spPr>
          <a:xfrm>
            <a:off x="1369693" y="5171903"/>
            <a:ext cx="11887202" cy="1787395"/>
          </a:xfrm>
        </p:spPr>
        <p:txBody>
          <a:bodyPr anchor="ctr">
            <a:normAutofit/>
          </a:bodyPr>
          <a:lstStyle>
            <a:lvl1pPr marL="0" indent="0">
              <a:buNone/>
              <a:defRPr sz="216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10/21/2024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60" name="TextBox 59"/>
          <p:cNvSpPr txBox="1"/>
          <p:nvPr/>
        </p:nvSpPr>
        <p:spPr>
          <a:xfrm>
            <a:off x="1084214" y="878873"/>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
        <p:nvSpPr>
          <p:cNvPr id="61" name="TextBox 60"/>
          <p:cNvSpPr txBox="1"/>
          <p:nvPr/>
        </p:nvSpPr>
        <p:spPr>
          <a:xfrm>
            <a:off x="12644844" y="3317967"/>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Tree>
    <p:extLst>
      <p:ext uri="{BB962C8B-B14F-4D97-AF65-F5344CB8AC3E}">
        <p14:creationId xmlns:p14="http://schemas.microsoft.com/office/powerpoint/2010/main" val="1669019329"/>
      </p:ext>
    </p:extLst>
  </p:cSld>
  <p:clrMapOvr>
    <a:masterClrMapping/>
  </p:clrMapOvr>
  <p:transition spd="slow">
    <p:cover/>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369693" y="2560850"/>
            <a:ext cx="11887201" cy="3014202"/>
          </a:xfrm>
        </p:spPr>
        <p:txBody>
          <a:bodyPr anchor="b">
            <a:normAutofit/>
          </a:bodyPr>
          <a:lstStyle>
            <a:lvl1pPr>
              <a:defRPr sz="4320"/>
            </a:lvl1pPr>
          </a:lstStyle>
          <a:p>
            <a:r>
              <a:rPr lang="en-US"/>
              <a:t>Click to edit Master title style</a:t>
            </a:r>
            <a:endParaRPr lang="en-US" dirty="0"/>
          </a:p>
        </p:txBody>
      </p:sp>
      <p:sp>
        <p:nvSpPr>
          <p:cNvPr id="4" name="Text Placeholder 3"/>
          <p:cNvSpPr>
            <a:spLocks noGrp="1"/>
          </p:cNvSpPr>
          <p:nvPr>
            <p:ph type="body" sz="half" idx="2"/>
          </p:nvPr>
        </p:nvSpPr>
        <p:spPr>
          <a:xfrm>
            <a:off x="1369637" y="5589186"/>
            <a:ext cx="11885406" cy="1368773"/>
          </a:xfrm>
        </p:spPr>
        <p:txBody>
          <a:bodyPr anchor="t">
            <a:normAutofit/>
          </a:bodyPr>
          <a:lstStyle>
            <a:lvl1pPr marL="0" indent="0">
              <a:buNone/>
              <a:defRPr sz="216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10/21/2024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313899647"/>
      </p:ext>
    </p:extLst>
  </p:cSld>
  <p:clrMapOvr>
    <a:masterClrMapping/>
  </p:clrMapOvr>
  <p:transition spd="slow">
    <p:cover/>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369695" y="731520"/>
            <a:ext cx="11887198" cy="2286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69693" y="3209356"/>
            <a:ext cx="3836279" cy="822960"/>
          </a:xfrm>
        </p:spPr>
        <p:txBody>
          <a:bodyPr anchor="b">
            <a:noAutofit/>
          </a:bodyPr>
          <a:lstStyle>
            <a:lvl1pPr marL="0" indent="0">
              <a:lnSpc>
                <a:spcPct val="90000"/>
              </a:lnSpc>
              <a:buNone/>
              <a:defRPr sz="2880" b="0" cap="all" baseline="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8" name="Text Placeholder 3"/>
          <p:cNvSpPr>
            <a:spLocks noGrp="1"/>
          </p:cNvSpPr>
          <p:nvPr>
            <p:ph type="body" sz="half" idx="15"/>
          </p:nvPr>
        </p:nvSpPr>
        <p:spPr>
          <a:xfrm>
            <a:off x="1353502" y="4032316"/>
            <a:ext cx="3850482" cy="2917123"/>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9" name="Text Placeholder 4"/>
          <p:cNvSpPr>
            <a:spLocks noGrp="1"/>
          </p:cNvSpPr>
          <p:nvPr>
            <p:ph type="body" sz="quarter" idx="3"/>
          </p:nvPr>
        </p:nvSpPr>
        <p:spPr>
          <a:xfrm>
            <a:off x="5417720" y="3213162"/>
            <a:ext cx="3821262" cy="822960"/>
          </a:xfrm>
        </p:spPr>
        <p:txBody>
          <a:bodyPr anchor="b">
            <a:noAutofit/>
          </a:bodyPr>
          <a:lstStyle>
            <a:lvl1pPr marL="0" indent="0">
              <a:lnSpc>
                <a:spcPct val="90000"/>
              </a:lnSpc>
              <a:buNone/>
              <a:defRPr sz="2880" b="0" cap="all" baseline="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0" name="Text Placeholder 3"/>
          <p:cNvSpPr>
            <a:spLocks noGrp="1"/>
          </p:cNvSpPr>
          <p:nvPr>
            <p:ph type="body" sz="half" idx="16"/>
          </p:nvPr>
        </p:nvSpPr>
        <p:spPr>
          <a:xfrm>
            <a:off x="5405056" y="4036122"/>
            <a:ext cx="3834996" cy="2917123"/>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1" name="Text Placeholder 4"/>
          <p:cNvSpPr>
            <a:spLocks noGrp="1"/>
          </p:cNvSpPr>
          <p:nvPr>
            <p:ph type="body" sz="quarter" idx="13"/>
          </p:nvPr>
        </p:nvSpPr>
        <p:spPr>
          <a:xfrm>
            <a:off x="9422930" y="3209356"/>
            <a:ext cx="3833962" cy="822960"/>
          </a:xfrm>
        </p:spPr>
        <p:txBody>
          <a:bodyPr anchor="b">
            <a:noAutofit/>
          </a:bodyPr>
          <a:lstStyle>
            <a:lvl1pPr marL="0" indent="0">
              <a:lnSpc>
                <a:spcPct val="90000"/>
              </a:lnSpc>
              <a:buNone/>
              <a:defRPr sz="2880" b="0" cap="all" baseline="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2" name="Text Placeholder 3"/>
          <p:cNvSpPr>
            <a:spLocks noGrp="1"/>
          </p:cNvSpPr>
          <p:nvPr>
            <p:ph type="body" sz="half" idx="17"/>
          </p:nvPr>
        </p:nvSpPr>
        <p:spPr>
          <a:xfrm>
            <a:off x="9422930" y="4032316"/>
            <a:ext cx="3833962" cy="2917123"/>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3" name="Date Placeholder 2"/>
          <p:cNvSpPr>
            <a:spLocks noGrp="1"/>
          </p:cNvSpPr>
          <p:nvPr>
            <p:ph type="dt" sz="half" idx="10"/>
          </p:nvPr>
        </p:nvSpPr>
        <p:spPr/>
        <p:txBody>
          <a:bodyPr/>
          <a:lstStyle/>
          <a:p>
            <a:fld id="{4AAD347D-5ACD-4C99-B74B-A9C85AD731AF}" type="datetimeFigureOut">
              <a:rPr lang="en-US" smtClean="0"/>
              <a:t>10/21/2024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36128986"/>
      </p:ext>
    </p:extLst>
  </p:cSld>
  <p:clrMapOvr>
    <a:masterClrMapping/>
  </p:clrMapOvr>
  <p:transition spd="slow">
    <p:cover/>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369694" y="731520"/>
            <a:ext cx="11887199" cy="2286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69696" y="5285515"/>
            <a:ext cx="3834288" cy="691514"/>
          </a:xfrm>
        </p:spPr>
        <p:txBody>
          <a:bodyPr anchor="b">
            <a:noAutofit/>
          </a:bodyPr>
          <a:lstStyle>
            <a:lvl1pPr marL="0" indent="0">
              <a:lnSpc>
                <a:spcPct val="90000"/>
              </a:lnSpc>
              <a:buNone/>
              <a:defRPr sz="2400" b="0" cap="all" baseline="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0" name="Picture Placeholder 2"/>
          <p:cNvSpPr>
            <a:spLocks noGrp="1" noChangeAspect="1"/>
          </p:cNvSpPr>
          <p:nvPr>
            <p:ph type="pic" idx="15"/>
          </p:nvPr>
        </p:nvSpPr>
        <p:spPr>
          <a:xfrm>
            <a:off x="1369696" y="3200398"/>
            <a:ext cx="3834288" cy="18288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4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369696" y="5977030"/>
            <a:ext cx="3834288" cy="98141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22" name="Text Placeholder 4"/>
          <p:cNvSpPr>
            <a:spLocks noGrp="1"/>
          </p:cNvSpPr>
          <p:nvPr>
            <p:ph type="body" sz="quarter" idx="3"/>
          </p:nvPr>
        </p:nvSpPr>
        <p:spPr>
          <a:xfrm>
            <a:off x="5386864" y="5285515"/>
            <a:ext cx="3840480" cy="691514"/>
          </a:xfrm>
        </p:spPr>
        <p:txBody>
          <a:bodyPr anchor="b">
            <a:noAutofit/>
          </a:bodyPr>
          <a:lstStyle>
            <a:lvl1pPr marL="0" indent="0">
              <a:lnSpc>
                <a:spcPct val="90000"/>
              </a:lnSpc>
              <a:buNone/>
              <a:defRPr sz="2400" b="0" cap="all" baseline="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3" name="Picture Placeholder 2"/>
          <p:cNvSpPr>
            <a:spLocks noGrp="1" noChangeAspect="1"/>
          </p:cNvSpPr>
          <p:nvPr>
            <p:ph type="pic" idx="21"/>
          </p:nvPr>
        </p:nvSpPr>
        <p:spPr>
          <a:xfrm>
            <a:off x="5386864" y="3200398"/>
            <a:ext cx="3838728" cy="18288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4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5385112" y="5977029"/>
            <a:ext cx="3840480" cy="972410"/>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25" name="Text Placeholder 4"/>
          <p:cNvSpPr>
            <a:spLocks noGrp="1"/>
          </p:cNvSpPr>
          <p:nvPr>
            <p:ph type="body" sz="quarter" idx="13"/>
          </p:nvPr>
        </p:nvSpPr>
        <p:spPr>
          <a:xfrm>
            <a:off x="9423081" y="5285514"/>
            <a:ext cx="3828889" cy="691514"/>
          </a:xfrm>
        </p:spPr>
        <p:txBody>
          <a:bodyPr anchor="b">
            <a:noAutofit/>
          </a:bodyPr>
          <a:lstStyle>
            <a:lvl1pPr marL="0" indent="0">
              <a:lnSpc>
                <a:spcPct val="90000"/>
              </a:lnSpc>
              <a:buNone/>
              <a:defRPr sz="2400" b="0" cap="all" baseline="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6" name="Picture Placeholder 2"/>
          <p:cNvSpPr>
            <a:spLocks noGrp="1" noChangeAspect="1"/>
          </p:cNvSpPr>
          <p:nvPr>
            <p:ph type="pic" idx="22"/>
          </p:nvPr>
        </p:nvSpPr>
        <p:spPr>
          <a:xfrm>
            <a:off x="9422931" y="3200398"/>
            <a:ext cx="3833963" cy="18288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4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9422930" y="5977025"/>
            <a:ext cx="3833962" cy="972414"/>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3" name="Date Placeholder 2"/>
          <p:cNvSpPr>
            <a:spLocks noGrp="1"/>
          </p:cNvSpPr>
          <p:nvPr>
            <p:ph type="dt" sz="half" idx="10"/>
          </p:nvPr>
        </p:nvSpPr>
        <p:spPr/>
        <p:txBody>
          <a:bodyPr/>
          <a:lstStyle/>
          <a:p>
            <a:fld id="{4AAD347D-5ACD-4C99-B74B-A9C85AD731AF}" type="datetimeFigureOut">
              <a:rPr lang="en-US" smtClean="0"/>
              <a:t>10/21/2024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78716414"/>
      </p:ext>
    </p:extLst>
  </p:cSld>
  <p:clrMapOvr>
    <a:masterClrMapping/>
  </p:clrMapOvr>
  <p:transition spd="slow">
    <p:cover/>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65204053"/>
      </p:ext>
    </p:extLst>
  </p:cSld>
  <p:clrMapOvr>
    <a:masterClrMapping/>
  </p:clrMapOvr>
  <p:transition spd="slow">
    <p:cover/>
  </p:transition>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50881" y="731520"/>
            <a:ext cx="2406013" cy="62179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69692" y="731520"/>
            <a:ext cx="9298308" cy="621792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10/21/2024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07227996"/>
      </p:ext>
    </p:extLst>
  </p:cSld>
  <p:clrMapOvr>
    <a:masterClrMapping/>
  </p:clrMapOvr>
  <p:transition spd="slow">
    <p:cover/>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3633879"/>
      </p:ext>
    </p:extLst>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4630404" cy="82296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7146" y="1"/>
            <a:ext cx="14464666" cy="82296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369695" y="742222"/>
            <a:ext cx="11887198" cy="1774284"/>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369695" y="2699384"/>
            <a:ext cx="11887199" cy="42500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948305" y="7059932"/>
            <a:ext cx="3291840" cy="438150"/>
          </a:xfrm>
          <a:prstGeom prst="rect">
            <a:avLst/>
          </a:prstGeom>
        </p:spPr>
        <p:txBody>
          <a:bodyPr vert="horz" lIns="91440" tIns="45720" rIns="91440" bIns="45720" rtlCol="0" anchor="ctr"/>
          <a:lstStyle>
            <a:lvl1pPr algn="r">
              <a:defRPr sz="1260">
                <a:solidFill>
                  <a:schemeClr val="tx1">
                    <a:tint val="75000"/>
                  </a:schemeClr>
                </a:solidFill>
              </a:defRPr>
            </a:lvl1pPr>
          </a:lstStyle>
          <a:p>
            <a:fld id="{4AAD347D-5ACD-4C99-B74B-A9C85AD731AF}" type="datetimeFigureOut">
              <a:rPr lang="en-US" smtClean="0"/>
              <a:t>10/21/2024</a:t>
            </a:fld>
            <a:endParaRPr lang="en-US" dirty="0"/>
          </a:p>
        </p:txBody>
      </p:sp>
      <p:sp>
        <p:nvSpPr>
          <p:cNvPr id="5" name="Footer Placeholder 4"/>
          <p:cNvSpPr>
            <a:spLocks noGrp="1"/>
          </p:cNvSpPr>
          <p:nvPr>
            <p:ph type="ftr" sz="quarter" idx="3"/>
          </p:nvPr>
        </p:nvSpPr>
        <p:spPr>
          <a:xfrm>
            <a:off x="1369694" y="7059931"/>
            <a:ext cx="7487171" cy="438150"/>
          </a:xfrm>
          <a:prstGeom prst="rect">
            <a:avLst/>
          </a:prstGeom>
        </p:spPr>
        <p:txBody>
          <a:bodyPr vert="horz" lIns="91440" tIns="45720" rIns="91440" bIns="45720" rtlCol="0" anchor="ctr"/>
          <a:lstStyle>
            <a:lvl1pPr algn="l">
              <a:defRPr sz="126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331586" y="7059929"/>
            <a:ext cx="925307" cy="438150"/>
          </a:xfrm>
          <a:prstGeom prst="rect">
            <a:avLst/>
          </a:prstGeom>
        </p:spPr>
        <p:txBody>
          <a:bodyPr vert="horz" lIns="91440" tIns="45720" rIns="91440" bIns="45720" rtlCol="0" anchor="ctr"/>
          <a:lstStyle>
            <a:lvl1pPr algn="r">
              <a:defRPr sz="126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905786280"/>
      </p:ext>
    </p:extLst>
  </p:cSld>
  <p:clrMap bg1="dk1" tx1="lt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 id="2147483783" r:id="rId18"/>
  </p:sldLayoutIdLst>
  <p:transition spd="slow">
    <p:cover/>
  </p:transition>
  <p:hf sldNum="0" hdr="0" ftr="0" dt="0"/>
  <p:txStyles>
    <p:titleStyle>
      <a:lvl1pPr algn="l" defTabSz="1097280" rtl="0" eaLnBrk="1" latinLnBrk="0" hangingPunct="1">
        <a:lnSpc>
          <a:spcPct val="90000"/>
        </a:lnSpc>
        <a:spcBef>
          <a:spcPct val="0"/>
        </a:spcBef>
        <a:buNone/>
        <a:defRPr sz="4320" kern="1200" cap="all" baseline="0">
          <a:solidFill>
            <a:schemeClr val="tx1"/>
          </a:solidFill>
          <a:latin typeface="+mj-lt"/>
          <a:ea typeface="+mj-ea"/>
          <a:cs typeface="+mj-cs"/>
        </a:defRPr>
      </a:lvl1pPr>
    </p:titleStyle>
    <p:bodyStyle>
      <a:lvl1pPr marL="274320" indent="-274320" algn="l" defTabSz="1097280" rtl="0" eaLnBrk="1" latinLnBrk="0" hangingPunct="1">
        <a:lnSpc>
          <a:spcPct val="120000"/>
        </a:lnSpc>
        <a:spcBef>
          <a:spcPts val="1200"/>
        </a:spcBef>
        <a:buSzPct val="125000"/>
        <a:buFont typeface="Arial" panose="020B0604020202020204" pitchFamily="34" charset="0"/>
        <a:buChar char="•"/>
        <a:defRPr sz="2880" kern="1200">
          <a:solidFill>
            <a:schemeClr val="tx1"/>
          </a:solidFill>
          <a:latin typeface="+mn-lt"/>
          <a:ea typeface="+mn-ea"/>
          <a:cs typeface="+mn-cs"/>
        </a:defRPr>
      </a:lvl1pPr>
      <a:lvl2pPr marL="822960" indent="-274320" algn="l" defTabSz="1097280" rtl="0" eaLnBrk="1" latinLnBrk="0" hangingPunct="1">
        <a:lnSpc>
          <a:spcPct val="120000"/>
        </a:lnSpc>
        <a:spcBef>
          <a:spcPts val="600"/>
        </a:spcBef>
        <a:buSzPct val="125000"/>
        <a:buFont typeface="Arial" panose="020B0604020202020204" pitchFamily="34" charset="0"/>
        <a:buChar char="•"/>
        <a:defRPr sz="2400" kern="1200">
          <a:solidFill>
            <a:schemeClr val="tx1"/>
          </a:solidFill>
          <a:latin typeface="+mn-lt"/>
          <a:ea typeface="+mn-ea"/>
          <a:cs typeface="+mn-cs"/>
        </a:defRPr>
      </a:lvl2pPr>
      <a:lvl3pPr marL="1371600" indent="-274320" algn="l" defTabSz="1097280" rtl="0" eaLnBrk="1" latinLnBrk="0" hangingPunct="1">
        <a:lnSpc>
          <a:spcPct val="120000"/>
        </a:lnSpc>
        <a:spcBef>
          <a:spcPts val="600"/>
        </a:spcBef>
        <a:buSzPct val="125000"/>
        <a:buFont typeface="Arial" panose="020B0604020202020204" pitchFamily="34" charset="0"/>
        <a:buChar char="•"/>
        <a:defRPr sz="2160" kern="1200">
          <a:solidFill>
            <a:schemeClr val="tx1"/>
          </a:solidFill>
          <a:latin typeface="+mn-lt"/>
          <a:ea typeface="+mn-ea"/>
          <a:cs typeface="+mn-cs"/>
        </a:defRPr>
      </a:lvl3pPr>
      <a:lvl4pPr marL="1920240" indent="-274320" algn="l" defTabSz="1097280" rtl="0" eaLnBrk="1" latinLnBrk="0" hangingPunct="1">
        <a:lnSpc>
          <a:spcPct val="120000"/>
        </a:lnSpc>
        <a:spcBef>
          <a:spcPts val="600"/>
        </a:spcBef>
        <a:buSzPct val="125000"/>
        <a:buFont typeface="Arial" panose="020B0604020202020204" pitchFamily="34" charset="0"/>
        <a:buChar char="•"/>
        <a:defRPr sz="1920" kern="1200">
          <a:solidFill>
            <a:schemeClr val="tx1"/>
          </a:solidFill>
          <a:latin typeface="+mn-lt"/>
          <a:ea typeface="+mn-ea"/>
          <a:cs typeface="+mn-cs"/>
        </a:defRPr>
      </a:lvl4pPr>
      <a:lvl5pPr marL="2468880" indent="-274320" algn="l" defTabSz="1097280" rtl="0" eaLnBrk="1" latinLnBrk="0" hangingPunct="1">
        <a:lnSpc>
          <a:spcPct val="120000"/>
        </a:lnSpc>
        <a:spcBef>
          <a:spcPts val="600"/>
        </a:spcBef>
        <a:buSzPct val="125000"/>
        <a:buFont typeface="Arial" panose="020B0604020202020204" pitchFamily="34" charset="0"/>
        <a:buChar char="•"/>
        <a:defRPr sz="1920" kern="1200">
          <a:solidFill>
            <a:schemeClr val="tx1"/>
          </a:solidFill>
          <a:latin typeface="+mn-lt"/>
          <a:ea typeface="+mn-ea"/>
          <a:cs typeface="+mn-cs"/>
        </a:defRPr>
      </a:lvl5pPr>
      <a:lvl6pPr marL="3017520" indent="-274320" algn="l" defTabSz="1097280" rtl="0" eaLnBrk="1" latinLnBrk="0" hangingPunct="1">
        <a:lnSpc>
          <a:spcPct val="120000"/>
        </a:lnSpc>
        <a:spcBef>
          <a:spcPts val="600"/>
        </a:spcBef>
        <a:buSzPct val="125000"/>
        <a:buFont typeface="Arial" panose="020B0604020202020204" pitchFamily="34" charset="0"/>
        <a:buChar char="•"/>
        <a:defRPr sz="1680" kern="1200">
          <a:solidFill>
            <a:schemeClr val="tx1"/>
          </a:solidFill>
          <a:latin typeface="+mn-lt"/>
          <a:ea typeface="+mn-ea"/>
          <a:cs typeface="+mn-cs"/>
        </a:defRPr>
      </a:lvl6pPr>
      <a:lvl7pPr marL="3566160" indent="-274320" algn="l" defTabSz="1097280" rtl="0" eaLnBrk="1" latinLnBrk="0" hangingPunct="1">
        <a:lnSpc>
          <a:spcPct val="120000"/>
        </a:lnSpc>
        <a:spcBef>
          <a:spcPts val="600"/>
        </a:spcBef>
        <a:buSzPct val="125000"/>
        <a:buFont typeface="Arial" panose="020B0604020202020204" pitchFamily="34" charset="0"/>
        <a:buChar char="•"/>
        <a:defRPr sz="1680" kern="1200">
          <a:solidFill>
            <a:schemeClr val="tx1"/>
          </a:solidFill>
          <a:latin typeface="+mn-lt"/>
          <a:ea typeface="+mn-ea"/>
          <a:cs typeface="+mn-cs"/>
        </a:defRPr>
      </a:lvl7pPr>
      <a:lvl8pPr marL="4114800" indent="-274320" algn="l" defTabSz="1097280" rtl="0" eaLnBrk="1" latinLnBrk="0" hangingPunct="1">
        <a:lnSpc>
          <a:spcPct val="120000"/>
        </a:lnSpc>
        <a:spcBef>
          <a:spcPts val="600"/>
        </a:spcBef>
        <a:buSzPct val="125000"/>
        <a:buFont typeface="Arial" panose="020B0604020202020204" pitchFamily="34" charset="0"/>
        <a:buChar char="•"/>
        <a:defRPr sz="1680" kern="1200">
          <a:solidFill>
            <a:schemeClr val="tx1"/>
          </a:solidFill>
          <a:latin typeface="+mn-lt"/>
          <a:ea typeface="+mn-ea"/>
          <a:cs typeface="+mn-cs"/>
        </a:defRPr>
      </a:lvl8pPr>
      <a:lvl9pPr marL="4663440" indent="-274320" algn="l" defTabSz="1097280" rtl="0" eaLnBrk="1" latinLnBrk="0" hangingPunct="1">
        <a:lnSpc>
          <a:spcPct val="120000"/>
        </a:lnSpc>
        <a:spcBef>
          <a:spcPts val="600"/>
        </a:spcBef>
        <a:buSzPct val="125000"/>
        <a:buFont typeface="Arial" panose="020B0604020202020204" pitchFamily="34" charset="0"/>
        <a:buChar char="•"/>
        <a:defRPr sz="168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5.jpg"/><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1"/>
          <p:cNvSpPr/>
          <p:nvPr/>
        </p:nvSpPr>
        <p:spPr>
          <a:xfrm>
            <a:off x="2037993" y="3767614"/>
            <a:ext cx="5554980" cy="694373"/>
          </a:xfrm>
          <a:prstGeom prst="rect">
            <a:avLst/>
          </a:prstGeom>
          <a:noFill/>
          <a:ln/>
        </p:spPr>
        <p:txBody>
          <a:bodyPr wrap="none" rtlCol="0" anchor="t"/>
          <a:lstStyle/>
          <a:p>
            <a:pPr marL="0" indent="0">
              <a:lnSpc>
                <a:spcPts val="5468"/>
              </a:lnSpc>
              <a:buNone/>
            </a:pPr>
            <a:endParaRPr lang="en-US" sz="4374" dirty="0"/>
          </a:p>
        </p:txBody>
      </p:sp>
      <p:sp>
        <p:nvSpPr>
          <p:cNvPr id="9" name="TextBox 8">
            <a:extLst>
              <a:ext uri="{FF2B5EF4-FFF2-40B4-BE49-F238E27FC236}">
                <a16:creationId xmlns:a16="http://schemas.microsoft.com/office/drawing/2014/main" id="{05D3E172-79F2-58D2-5905-9831130CAA45}"/>
              </a:ext>
            </a:extLst>
          </p:cNvPr>
          <p:cNvSpPr txBox="1"/>
          <p:nvPr/>
        </p:nvSpPr>
        <p:spPr>
          <a:xfrm>
            <a:off x="952930" y="1537997"/>
            <a:ext cx="12527280" cy="923330"/>
          </a:xfrm>
          <a:prstGeom prst="rect">
            <a:avLst/>
          </a:prstGeom>
          <a:noFill/>
        </p:spPr>
        <p:txBody>
          <a:bodyPr wrap="square" rtlCol="0">
            <a:spAutoFit/>
          </a:bodyPr>
          <a:lstStyle/>
          <a:p>
            <a:r>
              <a:rPr lang="en-IN" sz="5400" b="1" dirty="0">
                <a:solidFill>
                  <a:schemeClr val="accent1"/>
                </a:solidFill>
              </a:rPr>
              <a:t>Placement portal management system</a:t>
            </a:r>
          </a:p>
        </p:txBody>
      </p:sp>
      <p:sp>
        <p:nvSpPr>
          <p:cNvPr id="5" name="TextBox 4">
            <a:extLst>
              <a:ext uri="{FF2B5EF4-FFF2-40B4-BE49-F238E27FC236}">
                <a16:creationId xmlns:a16="http://schemas.microsoft.com/office/drawing/2014/main" id="{E58932E9-B90B-17DE-FD03-F0CA1B9D37C2}"/>
              </a:ext>
            </a:extLst>
          </p:cNvPr>
          <p:cNvSpPr txBox="1"/>
          <p:nvPr/>
        </p:nvSpPr>
        <p:spPr>
          <a:xfrm>
            <a:off x="1030883" y="3999352"/>
            <a:ext cx="7569200" cy="3877985"/>
          </a:xfrm>
          <a:prstGeom prst="rect">
            <a:avLst/>
          </a:prstGeom>
          <a:noFill/>
        </p:spPr>
        <p:txBody>
          <a:bodyPr wrap="square" rtlCol="0">
            <a:spAutoFit/>
          </a:bodyPr>
          <a:lstStyle/>
          <a:p>
            <a:r>
              <a:rPr lang="en-IN" sz="5400" b="1" dirty="0"/>
              <a:t>Team:</a:t>
            </a:r>
          </a:p>
          <a:p>
            <a:r>
              <a:rPr lang="en-IN" sz="2800" b="1" dirty="0"/>
              <a:t>G Sirisha – 22N31A0582</a:t>
            </a:r>
          </a:p>
          <a:p>
            <a:r>
              <a:rPr lang="en-IN" sz="2800" b="1" dirty="0"/>
              <a:t>G </a:t>
            </a:r>
            <a:r>
              <a:rPr lang="en-IN" sz="2800" b="1" dirty="0" err="1"/>
              <a:t>Alekhya</a:t>
            </a:r>
            <a:r>
              <a:rPr lang="en-IN" sz="2800" b="1" dirty="0"/>
              <a:t> – 22N31A0570</a:t>
            </a:r>
          </a:p>
          <a:p>
            <a:r>
              <a:rPr lang="en-IN" sz="2800" b="1" dirty="0"/>
              <a:t>M Prem </a:t>
            </a:r>
            <a:r>
              <a:rPr lang="en-IN" sz="2800" b="1" dirty="0" err="1"/>
              <a:t>kumar</a:t>
            </a:r>
            <a:r>
              <a:rPr lang="en-IN" sz="2800" b="1" dirty="0"/>
              <a:t> – 22N31A05C7</a:t>
            </a:r>
          </a:p>
          <a:p>
            <a:endParaRPr lang="en-IN" sz="5400" b="1" dirty="0"/>
          </a:p>
          <a:p>
            <a:endParaRPr lang="en-IN" sz="5400" b="1" dirty="0"/>
          </a:p>
        </p:txBody>
      </p:sp>
      <p:pic>
        <p:nvPicPr>
          <p:cNvPr id="1026" name="Picture 2" descr="What to know now you’ve sorted your work placement | Unite Students">
            <a:extLst>
              <a:ext uri="{FF2B5EF4-FFF2-40B4-BE49-F238E27FC236}">
                <a16:creationId xmlns:a16="http://schemas.microsoft.com/office/drawing/2014/main" id="{6D748468-F8F7-72FF-1A6D-9B4F010E6D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2867" y="3549632"/>
            <a:ext cx="4915423" cy="387798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2CABFBE-9986-4F07-805D-3ABF4DD51225}"/>
              </a:ext>
            </a:extLst>
          </p:cNvPr>
          <p:cNvPicPr>
            <a:picLocks noChangeAspect="1"/>
          </p:cNvPicPr>
          <p:nvPr/>
        </p:nvPicPr>
        <p:blipFill>
          <a:blip r:embed="rId4"/>
          <a:stretch>
            <a:fillRect/>
          </a:stretch>
        </p:blipFill>
        <p:spPr>
          <a:xfrm>
            <a:off x="2514600" y="138611"/>
            <a:ext cx="11359514" cy="1326744"/>
          </a:xfrm>
          <a:prstGeom prst="rect">
            <a:avLst/>
          </a:prstGeom>
        </p:spPr>
      </p:pic>
      <p:pic>
        <p:nvPicPr>
          <p:cNvPr id="11" name="Picture 10">
            <a:extLst>
              <a:ext uri="{FF2B5EF4-FFF2-40B4-BE49-F238E27FC236}">
                <a16:creationId xmlns:a16="http://schemas.microsoft.com/office/drawing/2014/main" id="{626BC5BB-DB2D-FAEC-071D-B98AEC86DFB8}"/>
              </a:ext>
            </a:extLst>
          </p:cNvPr>
          <p:cNvPicPr>
            <a:picLocks noChangeAspect="1"/>
          </p:cNvPicPr>
          <p:nvPr/>
        </p:nvPicPr>
        <p:blipFill>
          <a:blip r:embed="rId5"/>
          <a:stretch>
            <a:fillRect/>
          </a:stretch>
        </p:blipFill>
        <p:spPr>
          <a:xfrm>
            <a:off x="682943" y="138611"/>
            <a:ext cx="1905000" cy="1326744"/>
          </a:xfrm>
          <a:prstGeom prst="rect">
            <a:avLst/>
          </a:prstGeom>
        </p:spPr>
      </p:pic>
    </p:spTree>
    <p:extLst>
      <p:ext uri="{BB962C8B-B14F-4D97-AF65-F5344CB8AC3E}">
        <p14:creationId xmlns:p14="http://schemas.microsoft.com/office/powerpoint/2010/main" val="2092043517"/>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1"/>
          <p:cNvSpPr/>
          <p:nvPr/>
        </p:nvSpPr>
        <p:spPr>
          <a:xfrm>
            <a:off x="2037993" y="3767614"/>
            <a:ext cx="5554980" cy="694373"/>
          </a:xfrm>
          <a:prstGeom prst="rect">
            <a:avLst/>
          </a:prstGeom>
          <a:noFill/>
          <a:ln/>
        </p:spPr>
        <p:txBody>
          <a:bodyPr wrap="none" rtlCol="0" anchor="t"/>
          <a:lstStyle/>
          <a:p>
            <a:pPr marL="0" indent="0">
              <a:lnSpc>
                <a:spcPts val="5468"/>
              </a:lnSpc>
              <a:buNone/>
            </a:pPr>
            <a:endParaRPr lang="en-US" sz="4374" dirty="0"/>
          </a:p>
        </p:txBody>
      </p:sp>
      <p:sp>
        <p:nvSpPr>
          <p:cNvPr id="5" name="TextBox 4">
            <a:extLst>
              <a:ext uri="{FF2B5EF4-FFF2-40B4-BE49-F238E27FC236}">
                <a16:creationId xmlns:a16="http://schemas.microsoft.com/office/drawing/2014/main" id="{D935C996-24AB-5730-DE15-D27137C37209}"/>
              </a:ext>
            </a:extLst>
          </p:cNvPr>
          <p:cNvSpPr txBox="1"/>
          <p:nvPr/>
        </p:nvSpPr>
        <p:spPr>
          <a:xfrm>
            <a:off x="4931053" y="10160"/>
            <a:ext cx="5323840" cy="1015663"/>
          </a:xfrm>
          <a:prstGeom prst="rect">
            <a:avLst/>
          </a:prstGeom>
          <a:noFill/>
        </p:spPr>
        <p:txBody>
          <a:bodyPr wrap="square" rtlCol="0">
            <a:spAutoFit/>
          </a:bodyPr>
          <a:lstStyle/>
          <a:p>
            <a:r>
              <a:rPr lang="en-IN" sz="6000" b="1" dirty="0"/>
              <a:t>   ABSTRACT</a:t>
            </a:r>
          </a:p>
        </p:txBody>
      </p:sp>
      <p:sp>
        <p:nvSpPr>
          <p:cNvPr id="8" name="TextBox 7">
            <a:extLst>
              <a:ext uri="{FF2B5EF4-FFF2-40B4-BE49-F238E27FC236}">
                <a16:creationId xmlns:a16="http://schemas.microsoft.com/office/drawing/2014/main" id="{C9247F84-B811-02F9-F5F0-BC86267E10FA}"/>
              </a:ext>
            </a:extLst>
          </p:cNvPr>
          <p:cNvSpPr txBox="1"/>
          <p:nvPr/>
        </p:nvSpPr>
        <p:spPr>
          <a:xfrm>
            <a:off x="1066800" y="1505456"/>
            <a:ext cx="12237720" cy="6001643"/>
          </a:xfrm>
          <a:prstGeom prst="rect">
            <a:avLst/>
          </a:prstGeom>
          <a:noFill/>
        </p:spPr>
        <p:txBody>
          <a:bodyPr wrap="square" rtlCol="0">
            <a:spAutoFit/>
          </a:bodyPr>
          <a:lstStyle/>
          <a:p>
            <a:pPr algn="just"/>
            <a:r>
              <a:rPr lang="en-US" sz="2400" b="0" i="0" dirty="0">
                <a:solidFill>
                  <a:srgbClr val="040C28"/>
                </a:solidFill>
                <a:effectLst/>
                <a:latin typeface="Google Sans"/>
              </a:rPr>
              <a:t> </a:t>
            </a: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Web-based application designed to streamline the placement process in educational institutions.</a:t>
            </a:r>
          </a:p>
          <a:p>
            <a:pPr algn="just"/>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Core Modules</a:t>
            </a:r>
          </a:p>
          <a:p>
            <a:pPr marL="342900" indent="-342900" algn="just">
              <a:buFont typeface="Wingdings" panose="05000000000000000000" pitchFamily="2" charset="2"/>
              <a:buChar char="ü"/>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Student Module</a:t>
            </a:r>
          </a:p>
          <a:p>
            <a:pPr algn="just"/>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 Manage placement journey: create and update profiles.</a:t>
            </a:r>
          </a:p>
          <a:p>
            <a:pPr algn="just"/>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 Upload personal details, academic records, and resumes.</a:t>
            </a:r>
          </a:p>
          <a:p>
            <a:pPr algn="just"/>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 Track application status and receive notifications about placement activities and interviews.</a:t>
            </a:r>
          </a:p>
          <a:p>
            <a:pPr marL="342900" indent="-342900" algn="just">
              <a:buFont typeface="Wingdings" panose="05000000000000000000" pitchFamily="2" charset="2"/>
              <a:buChar char="ü"/>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Staff Module</a:t>
            </a:r>
          </a:p>
          <a:p>
            <a:pPr algn="just"/>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 Management capabilities for faculty and placement officers.</a:t>
            </a:r>
          </a:p>
          <a:p>
            <a:pPr algn="just"/>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 Monitor student submissions and verify placement details.</a:t>
            </a:r>
          </a:p>
          <a:p>
            <a:pPr algn="just"/>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 Download offer letters and generate customized student lists.</a:t>
            </a:r>
          </a:p>
          <a:p>
            <a:pPr algn="just"/>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 Coordinate efficiently with recruiting companies and schedule interviews.</a:t>
            </a:r>
          </a:p>
          <a:p>
            <a:pPr marL="342900" indent="-342900" algn="just">
              <a:buFont typeface="Wingdings" panose="05000000000000000000" pitchFamily="2" charset="2"/>
              <a:buChar char="ü"/>
            </a:pPr>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Admin Module</a:t>
            </a:r>
          </a:p>
          <a:p>
            <a:pPr algn="just"/>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 Full administrative control: manage user roles and permissions.</a:t>
            </a:r>
          </a:p>
          <a:p>
            <a:pPr algn="just"/>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 Modify student academic records for data accuracy.</a:t>
            </a:r>
          </a:p>
          <a:p>
            <a:pPr algn="just"/>
            <a:r>
              <a:rPr lang="en-US" sz="2400" kern="100" dirty="0">
                <a:effectLst/>
                <a:latin typeface="Times New Roman" panose="02020603050405020304" pitchFamily="18" charset="0"/>
                <a:ea typeface="Calibri" panose="020F0502020204030204" pitchFamily="34" charset="0"/>
                <a:cs typeface="Times New Roman" panose="02020603050405020304" pitchFamily="18" charset="0"/>
              </a:rPr>
              <a:t>    - Generate detailed reports for insights into placement activities.</a:t>
            </a:r>
          </a:p>
          <a:p>
            <a:pPr algn="just"/>
            <a:endParaRPr lang="en-US"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820A4024-4754-6595-F8A3-53B11E95328A}"/>
              </a:ext>
            </a:extLst>
          </p:cNvPr>
          <p:cNvSpPr txBox="1"/>
          <p:nvPr/>
        </p:nvSpPr>
        <p:spPr>
          <a:xfrm>
            <a:off x="4606725" y="289367"/>
            <a:ext cx="6435524" cy="830997"/>
          </a:xfrm>
          <a:prstGeom prst="rect">
            <a:avLst/>
          </a:prstGeom>
          <a:noFill/>
        </p:spPr>
        <p:txBody>
          <a:bodyPr wrap="square" rtlCol="0">
            <a:spAutoFit/>
          </a:bodyPr>
          <a:lstStyle/>
          <a:p>
            <a:r>
              <a:rPr lang="en-IN" sz="4800" b="1" dirty="0"/>
              <a:t> PROPOSED SYSTEM</a:t>
            </a:r>
          </a:p>
        </p:txBody>
      </p:sp>
      <p:sp>
        <p:nvSpPr>
          <p:cNvPr id="16" name="TextBox 15">
            <a:extLst>
              <a:ext uri="{FF2B5EF4-FFF2-40B4-BE49-F238E27FC236}">
                <a16:creationId xmlns:a16="http://schemas.microsoft.com/office/drawing/2014/main" id="{8EF07FA0-E6FF-1060-65EE-80C49CF67EB5}"/>
              </a:ext>
            </a:extLst>
          </p:cNvPr>
          <p:cNvSpPr txBox="1"/>
          <p:nvPr/>
        </p:nvSpPr>
        <p:spPr>
          <a:xfrm>
            <a:off x="842010" y="1120364"/>
            <a:ext cx="13322300" cy="5512791"/>
          </a:xfrm>
          <a:prstGeom prst="rect">
            <a:avLst/>
          </a:prstGeom>
          <a:noFill/>
        </p:spPr>
        <p:txBody>
          <a:bodyPr wrap="square" rtlCol="0">
            <a:spAutoFit/>
          </a:bodyPr>
          <a:lstStyle/>
          <a:p>
            <a:pPr algn="just"/>
            <a:r>
              <a:rPr lang="en-US" sz="2800" b="1" dirty="0">
                <a:solidFill>
                  <a:schemeClr val="accent1">
                    <a:lumMod val="60000"/>
                    <a:lumOff val="40000"/>
                  </a:schemeClr>
                </a:solidFill>
              </a:rPr>
              <a:t>Advantages of Proposed System Placement Portal Management System:</a:t>
            </a:r>
          </a:p>
          <a:p>
            <a:pPr marL="0" marR="0" algn="just">
              <a:lnSpc>
                <a:spcPct val="147000"/>
              </a:lnSpc>
              <a:spcBef>
                <a:spcPts val="0"/>
              </a:spcBef>
              <a:spcAft>
                <a:spcPts val="0"/>
              </a:spcAft>
            </a:pPr>
            <a:r>
              <a:rPr lang="en-US" sz="2400" dirty="0">
                <a:effectLst/>
                <a:latin typeface="Times New Roman" panose="02020603050405020304" pitchFamily="18" charset="0"/>
                <a:ea typeface="Times New Roman" panose="02020603050405020304" pitchFamily="18" charset="0"/>
              </a:rPr>
              <a:t>- The system enhances the efficiency of the placement process by automating manual tasks.</a:t>
            </a:r>
          </a:p>
          <a:p>
            <a:pPr marL="0" marR="0" algn="just">
              <a:lnSpc>
                <a:spcPct val="147000"/>
              </a:lnSpc>
              <a:spcBef>
                <a:spcPts val="0"/>
              </a:spcBef>
              <a:spcAft>
                <a:spcPts val="0"/>
              </a:spcAft>
            </a:pPr>
            <a:r>
              <a:rPr lang="en-US" sz="2400" dirty="0">
                <a:effectLst/>
                <a:latin typeface="Times New Roman" panose="02020603050405020304" pitchFamily="18" charset="0"/>
                <a:ea typeface="Times New Roman" panose="02020603050405020304" pitchFamily="18" charset="0"/>
              </a:rPr>
              <a:t>- It offers a centralized platform, improving communication and coordination between students, staff, and companies.</a:t>
            </a:r>
          </a:p>
          <a:p>
            <a:pPr marL="0" marR="0" algn="just">
              <a:lnSpc>
                <a:spcPct val="147000"/>
              </a:lnSpc>
              <a:spcBef>
                <a:spcPts val="0"/>
              </a:spcBef>
              <a:spcAft>
                <a:spcPts val="0"/>
              </a:spcAft>
            </a:pPr>
            <a:r>
              <a:rPr lang="en-US" sz="2400" dirty="0">
                <a:effectLst/>
                <a:latin typeface="Times New Roman" panose="02020603050405020304" pitchFamily="18" charset="0"/>
                <a:ea typeface="Times New Roman" panose="02020603050405020304" pitchFamily="18" charset="0"/>
              </a:rPr>
              <a:t>- The system is user-friendly and accessible, with a simple interface for all users.</a:t>
            </a:r>
          </a:p>
          <a:p>
            <a:pPr marL="0" marR="0" algn="just">
              <a:lnSpc>
                <a:spcPct val="147000"/>
              </a:lnSpc>
              <a:spcBef>
                <a:spcPts val="0"/>
              </a:spcBef>
              <a:spcAft>
                <a:spcPts val="0"/>
              </a:spcAft>
            </a:pPr>
            <a:r>
              <a:rPr lang="en-US" sz="2400" dirty="0">
                <a:effectLst/>
                <a:latin typeface="Times New Roman" panose="02020603050405020304" pitchFamily="18" charset="0"/>
                <a:ea typeface="Times New Roman" panose="02020603050405020304" pitchFamily="18" charset="0"/>
              </a:rPr>
              <a:t>- With its ability to track, monitor, and generate reports, the system allows for better organization and data management.</a:t>
            </a:r>
          </a:p>
          <a:p>
            <a:pPr marL="0" marR="0" algn="just">
              <a:lnSpc>
                <a:spcPct val="147000"/>
              </a:lnSpc>
              <a:spcBef>
                <a:spcPts val="0"/>
              </a:spcBef>
              <a:spcAft>
                <a:spcPts val="0"/>
              </a:spcAft>
            </a:pPr>
            <a:r>
              <a:rPr lang="en-US" sz="2400" dirty="0">
                <a:effectLst/>
                <a:latin typeface="Times New Roman" panose="02020603050405020304" pitchFamily="18" charset="0"/>
                <a:ea typeface="Times New Roman" panose="02020603050405020304" pitchFamily="18" charset="0"/>
              </a:rPr>
              <a:t>- It reduces administrative workload, allowing staff and administrators to focus on more critical tasks related to student placements</a:t>
            </a:r>
            <a:r>
              <a:rPr lang="en-US" sz="1800" dirty="0">
                <a:effectLst/>
                <a:latin typeface="Times New Roman" panose="02020603050405020304" pitchFamily="18" charset="0"/>
                <a:ea typeface="Times New Roman" panose="02020603050405020304" pitchFamily="18" charset="0"/>
              </a:rPr>
              <a:t>.</a:t>
            </a:r>
          </a:p>
          <a:p>
            <a:br>
              <a:rPr lang="en-US" sz="1800" dirty="0">
                <a:effectLst/>
                <a:latin typeface="Times New Roman" panose="02020603050405020304" pitchFamily="18" charset="0"/>
                <a:ea typeface="Times New Roman" panose="02020603050405020304" pitchFamily="18" charset="0"/>
              </a:rPr>
            </a:br>
            <a:endParaRPr lang="en-IN" sz="2400" dirty="0"/>
          </a:p>
        </p:txBody>
      </p:sp>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92FC-FA11-7D5D-31D1-8A124D6F8402}"/>
              </a:ext>
            </a:extLst>
          </p:cNvPr>
          <p:cNvSpPr>
            <a:spLocks noGrp="1"/>
          </p:cNvSpPr>
          <p:nvPr>
            <p:ph type="title"/>
          </p:nvPr>
        </p:nvSpPr>
        <p:spPr/>
        <p:txBody>
          <a:bodyPr>
            <a:normAutofit/>
          </a:bodyPr>
          <a:lstStyle/>
          <a:p>
            <a:pPr marL="69215" marR="36830" algn="ctr">
              <a:spcBef>
                <a:spcPts val="1710"/>
              </a:spcBef>
              <a:spcAft>
                <a:spcPts val="0"/>
              </a:spcAft>
            </a:pPr>
            <a:r>
              <a:rPr lang="en-US" sz="4400" b="1" spc="-10" dirty="0">
                <a:effectLst/>
                <a:latin typeface="Times New Roman" panose="02020603050405020304" pitchFamily="18" charset="0"/>
                <a:ea typeface="Times New Roman" panose="02020603050405020304" pitchFamily="18" charset="0"/>
              </a:rPr>
              <a:t>LITERATURE</a:t>
            </a:r>
            <a:r>
              <a:rPr lang="en-US" sz="4400" b="1" spc="-55" dirty="0">
                <a:effectLst/>
                <a:latin typeface="Times New Roman" panose="02020603050405020304" pitchFamily="18" charset="0"/>
                <a:ea typeface="Times New Roman" panose="02020603050405020304" pitchFamily="18" charset="0"/>
              </a:rPr>
              <a:t> </a:t>
            </a:r>
            <a:r>
              <a:rPr lang="en-US" sz="4400" b="1" spc="-10" dirty="0">
                <a:effectLst/>
                <a:latin typeface="Times New Roman" panose="02020603050405020304" pitchFamily="18" charset="0"/>
                <a:ea typeface="Times New Roman" panose="02020603050405020304" pitchFamily="18" charset="0"/>
              </a:rPr>
              <a:t>SURVEY</a:t>
            </a:r>
            <a:endParaRPr lang="en-US" sz="4400" b="1" dirty="0">
              <a:effectLst/>
              <a:latin typeface="Times New Roman" panose="02020603050405020304" pitchFamily="18" charset="0"/>
              <a:ea typeface="Times New Roman" panose="02020603050405020304" pitchFamily="18" charset="0"/>
            </a:endParaRPr>
          </a:p>
        </p:txBody>
      </p:sp>
      <p:sp>
        <p:nvSpPr>
          <p:cNvPr id="3" name="Content Placeholder 2">
            <a:extLst>
              <a:ext uri="{FF2B5EF4-FFF2-40B4-BE49-F238E27FC236}">
                <a16:creationId xmlns:a16="http://schemas.microsoft.com/office/drawing/2014/main" id="{217E5F4B-FDD4-FF5D-FE9B-C8121A488392}"/>
              </a:ext>
            </a:extLst>
          </p:cNvPr>
          <p:cNvSpPr>
            <a:spLocks noGrp="1"/>
          </p:cNvSpPr>
          <p:nvPr>
            <p:ph idx="1"/>
          </p:nvPr>
        </p:nvSpPr>
        <p:spPr/>
        <p:txBody>
          <a:bodyPr/>
          <a:lstStyle/>
          <a:p>
            <a:r>
              <a:rPr lang="en-US" dirty="0"/>
              <a:t>The development of the Placement Portal Management System is informed by an extensive body of research on various components that are central to managing the placement process in educational institutions. A wide range of studies and papers provide valuable insights into the evolution of web-based management systems, student information systems, and recruitment coordination frameworks, all of which have contributed to the understanding and design of this system.</a:t>
            </a:r>
          </a:p>
        </p:txBody>
      </p:sp>
    </p:spTree>
    <p:extLst>
      <p:ext uri="{BB962C8B-B14F-4D97-AF65-F5344CB8AC3E}">
        <p14:creationId xmlns:p14="http://schemas.microsoft.com/office/powerpoint/2010/main" val="3139391784"/>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F04CA4-5EC1-1E6C-0BF1-0C06F47839B8}"/>
              </a:ext>
            </a:extLst>
          </p:cNvPr>
          <p:cNvSpPr>
            <a:spLocks noGrp="1"/>
          </p:cNvSpPr>
          <p:nvPr>
            <p:ph idx="1"/>
          </p:nvPr>
        </p:nvSpPr>
        <p:spPr>
          <a:xfrm>
            <a:off x="1369695" y="409575"/>
            <a:ext cx="11887199" cy="7172325"/>
          </a:xfrm>
        </p:spPr>
        <p:txBody>
          <a:bodyPr>
            <a:normAutofit/>
          </a:bodyPr>
          <a:lstStyle/>
          <a:p>
            <a:pPr marL="0" indent="0">
              <a:buNone/>
            </a:pPr>
            <a:r>
              <a:rPr lang="en-US" sz="1800" b="1" dirty="0"/>
              <a:t>    [1]  "A Survey on Student Information Systems" (Journal of Educational Technology &amp; Society, Vol 22, March 2017) </a:t>
            </a:r>
          </a:p>
          <a:p>
            <a:r>
              <a:rPr lang="en-US" sz="1600" dirty="0"/>
              <a:t>This paper reviews the design and implementation of student information systems (SIS) used in educational institutions to manage student data and academic records. The study highlights the importance of SIS in streamlining administrative processes, including enrollment, course management, and record keeping, which are crucial for maintaining accurate placement data. The paper also discusses the integration of such systems with external platforms to facilitate better communication between students, faculty, and recruiters. The insights from this study provide the foundation for the Student Module of the Placement Portal, which manages student profiles and academic records.</a:t>
            </a:r>
          </a:p>
          <a:p>
            <a:pPr marL="0" indent="0">
              <a:buNone/>
            </a:pPr>
            <a:r>
              <a:rPr lang="en-US" sz="1800" b="1" dirty="0"/>
              <a:t>    [2]"Web-Based Systems for Recruitment Management: A Survey" (International Journal of Computer Applications, Vol 128, June 2016)</a:t>
            </a:r>
          </a:p>
          <a:p>
            <a:r>
              <a:rPr lang="en-US" sz="1600" dirty="0"/>
              <a:t>This survey explores various web-based systems designed for recruitment management, focusing on how these platforms enable the coordination between educational institutions and companies. The paper emphasizes the role of such systems in improving the efficiency of campus recruitment by automating job postings, resume submission, and interview scheduling. The survey’s findings underline the necessity of creating a centralized platform where students, staff, and companies can interact seamlessly. This research directly informs the design of the Placement Portal’s Staff Module, which enables faculty and placement officers to coordinate interviews, track student applications, and interact with recruiters.</a:t>
            </a:r>
          </a:p>
          <a:p>
            <a:pPr marL="0" indent="0">
              <a:buNone/>
            </a:pPr>
            <a:r>
              <a:rPr lang="en-US" sz="1800" b="1" dirty="0"/>
              <a:t>    [3]"Automating Placement Activities Using Web Portals: A Case Study" (IEEE Access, Vol 6, July 2018)  </a:t>
            </a:r>
          </a:p>
          <a:p>
            <a:r>
              <a:rPr lang="en-US" sz="1600" dirty="0"/>
              <a:t>This case study delves into the challenges faced by educational institutions in managing placement activities manually and discusses the advantages of automating these tasks through web portals. It highlights the impact of automation on reducing administrative burdens, improving data accuracy, and enhancing the overall experience for students and staff. The study's findings emphasize the importance of features like real-time notifications, application tracking, and automated reporting, all of which are incorporated into the Placement Portal Management System to streamline the placement process and provide real-time updates.</a:t>
            </a:r>
            <a:endParaRPr lang="en-US" dirty="0"/>
          </a:p>
          <a:p>
            <a:endParaRPr lang="en-US" dirty="0"/>
          </a:p>
        </p:txBody>
      </p:sp>
    </p:spTree>
    <p:extLst>
      <p:ext uri="{BB962C8B-B14F-4D97-AF65-F5344CB8AC3E}">
        <p14:creationId xmlns:p14="http://schemas.microsoft.com/office/powerpoint/2010/main" val="3806514441"/>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8E9727-6A31-0285-A088-A0AAD0F73D68}"/>
              </a:ext>
            </a:extLst>
          </p:cNvPr>
          <p:cNvSpPr>
            <a:spLocks noGrp="1"/>
          </p:cNvSpPr>
          <p:nvPr>
            <p:ph idx="1"/>
          </p:nvPr>
        </p:nvSpPr>
        <p:spPr>
          <a:xfrm>
            <a:off x="1369695" y="609600"/>
            <a:ext cx="11887199" cy="7239000"/>
          </a:xfrm>
        </p:spPr>
        <p:txBody>
          <a:bodyPr/>
          <a:lstStyle/>
          <a:p>
            <a:pPr marL="0" indent="0">
              <a:buNone/>
            </a:pPr>
            <a:r>
              <a:rPr lang="en-US" sz="1800" b="1" dirty="0"/>
              <a:t>[4]"Role of Cloud-Based Solutions in Student and Placement Management" (ACM Computing Surveys, Vol 50, January 2019)</a:t>
            </a:r>
          </a:p>
          <a:p>
            <a:pPr marL="114300" marR="85090" algn="just">
              <a:lnSpc>
                <a:spcPct val="150000"/>
              </a:lnSpc>
              <a:spcBef>
                <a:spcPts val="0"/>
              </a:spcBef>
              <a:spcAft>
                <a:spcPts val="0"/>
              </a:spcAft>
              <a:tabLst>
                <a:tab pos="327025" algn="l"/>
              </a:tabLst>
            </a:pPr>
            <a:r>
              <a:rPr lang="en-US" sz="1800" b="0" spc="-10" dirty="0">
                <a:effectLst/>
                <a:latin typeface="Times New Roman" panose="02020603050405020304" pitchFamily="18" charset="0"/>
                <a:ea typeface="Times New Roman" panose="02020603050405020304" pitchFamily="18" charset="0"/>
              </a:rPr>
              <a:t>This paper examines the use of cloud-based technologies in managing educational data, including placement activities. It highlights the scalability, flexibility, and security benefits of cloud-based systems, which are increasingly used in educational institutions for managing student information and placement data. The findings of this study have informed the design of the Placement Portal’s backend architecture, ensuring that it is scalable and secure, particularly in handling large volumes of data related to student profiles, academic records, and company interactions.</a:t>
            </a:r>
          </a:p>
          <a:p>
            <a:pPr marL="114300" marR="85090" algn="just">
              <a:lnSpc>
                <a:spcPct val="150000"/>
              </a:lnSpc>
              <a:spcBef>
                <a:spcPts val="0"/>
              </a:spcBef>
              <a:spcAft>
                <a:spcPts val="0"/>
              </a:spcAft>
              <a:tabLst>
                <a:tab pos="327025" algn="l"/>
              </a:tabLst>
            </a:pPr>
            <a:endParaRPr lang="en-US" sz="1800" b="1" dirty="0">
              <a:latin typeface="Times New Roman" panose="02020603050405020304" pitchFamily="18" charset="0"/>
              <a:ea typeface="Times New Roman" panose="02020603050405020304" pitchFamily="18" charset="0"/>
            </a:endParaRPr>
          </a:p>
          <a:p>
            <a:pPr marL="0" marR="85090" indent="0" algn="just">
              <a:lnSpc>
                <a:spcPct val="150000"/>
              </a:lnSpc>
              <a:spcBef>
                <a:spcPts val="0"/>
              </a:spcBef>
              <a:spcAft>
                <a:spcPts val="0"/>
              </a:spcAft>
              <a:buNone/>
              <a:tabLst>
                <a:tab pos="327025" algn="l"/>
              </a:tabLst>
            </a:pPr>
            <a:r>
              <a:rPr lang="en-US" sz="1800" b="1" spc="-10" dirty="0">
                <a:effectLst/>
                <a:latin typeface="Times New Roman" panose="02020603050405020304" pitchFamily="18" charset="0"/>
                <a:ea typeface="Times New Roman" panose="02020603050405020304" pitchFamily="18" charset="0"/>
              </a:rPr>
              <a:t>[5] "Enhancing Student Engagement in Placement Processes through Technology" (Journal of Higher Education Policy and Management, Vol 42, April 2020)  </a:t>
            </a:r>
            <a:endParaRPr lang="en-US" sz="1800" b="1" spc="0" dirty="0">
              <a:effectLst/>
              <a:latin typeface="Times New Roman" panose="02020603050405020304" pitchFamily="18" charset="0"/>
              <a:ea typeface="Times New Roman" panose="02020603050405020304" pitchFamily="18" charset="0"/>
            </a:endParaRPr>
          </a:p>
          <a:p>
            <a:pPr marL="114300" marR="85090" algn="just">
              <a:lnSpc>
                <a:spcPct val="150000"/>
              </a:lnSpc>
              <a:spcBef>
                <a:spcPts val="0"/>
              </a:spcBef>
              <a:spcAft>
                <a:spcPts val="0"/>
              </a:spcAft>
              <a:tabLst>
                <a:tab pos="327025" algn="l"/>
              </a:tabLst>
            </a:pPr>
            <a:r>
              <a:rPr lang="en-US" sz="1800" b="0" spc="-10" dirty="0">
                <a:effectLst/>
                <a:latin typeface="Times New Roman" panose="02020603050405020304" pitchFamily="18" charset="0"/>
                <a:ea typeface="Times New Roman" panose="02020603050405020304" pitchFamily="18" charset="0"/>
              </a:rPr>
              <a:t>This research focuses on how technology can enhance student engagement in the placement process by providing better access to information, improving communication channels, and offering personalized services. The study underscores the importance of user-friendly interfaces and real-time data access, which improve the overall experience for students navigating the placement process. These insights have directly influenced the design of the Placement Portal’s user interface, ensuring it is intuitive and accessible for students of varying technical expertise.</a:t>
            </a:r>
            <a:endParaRPr lang="en-US" dirty="0"/>
          </a:p>
        </p:txBody>
      </p:sp>
    </p:spTree>
    <p:extLst>
      <p:ext uri="{BB962C8B-B14F-4D97-AF65-F5344CB8AC3E}">
        <p14:creationId xmlns:p14="http://schemas.microsoft.com/office/powerpoint/2010/main" val="3419131330"/>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1694C-AB85-CD74-7AD5-E47E73E35A99}"/>
              </a:ext>
            </a:extLst>
          </p:cNvPr>
          <p:cNvSpPr>
            <a:spLocks noGrp="1"/>
          </p:cNvSpPr>
          <p:nvPr>
            <p:ph type="title"/>
          </p:nvPr>
        </p:nvSpPr>
        <p:spPr>
          <a:xfrm>
            <a:off x="1590675" y="300992"/>
            <a:ext cx="11506200" cy="1297304"/>
          </a:xfrm>
        </p:spPr>
        <p:txBody>
          <a:bodyPr/>
          <a:lstStyle/>
          <a:p>
            <a:r>
              <a:rPr lang="en-US" dirty="0"/>
              <a:t>                         System architecture</a:t>
            </a:r>
          </a:p>
        </p:txBody>
      </p:sp>
      <p:pic>
        <p:nvPicPr>
          <p:cNvPr id="5" name="Content Placeholder 4">
            <a:extLst>
              <a:ext uri="{FF2B5EF4-FFF2-40B4-BE49-F238E27FC236}">
                <a16:creationId xmlns:a16="http://schemas.microsoft.com/office/drawing/2014/main" id="{30C08D6B-14A9-3B8E-AAF9-630B4311752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124200" y="1914525"/>
            <a:ext cx="8410575" cy="5762625"/>
          </a:xfrm>
          <a:prstGeom prst="rect">
            <a:avLst/>
          </a:prstGeom>
          <a:noFill/>
          <a:ln>
            <a:noFill/>
          </a:ln>
        </p:spPr>
      </p:pic>
    </p:spTree>
    <p:extLst>
      <p:ext uri="{BB962C8B-B14F-4D97-AF65-F5344CB8AC3E}">
        <p14:creationId xmlns:p14="http://schemas.microsoft.com/office/powerpoint/2010/main" val="372657022"/>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DA25F-313C-C849-D277-03E28B545595}"/>
              </a:ext>
            </a:extLst>
          </p:cNvPr>
          <p:cNvSpPr>
            <a:spLocks noGrp="1"/>
          </p:cNvSpPr>
          <p:nvPr>
            <p:ph type="title"/>
          </p:nvPr>
        </p:nvSpPr>
        <p:spPr>
          <a:xfrm>
            <a:off x="4195447" y="313693"/>
            <a:ext cx="4627244" cy="861057"/>
          </a:xfrm>
        </p:spPr>
        <p:txBody>
          <a:bodyPr/>
          <a:lstStyle/>
          <a:p>
            <a:r>
              <a:rPr lang="en-US" dirty="0" err="1"/>
              <a:t>USEcase</a:t>
            </a:r>
            <a:r>
              <a:rPr lang="en-US" dirty="0"/>
              <a:t> diagram</a:t>
            </a:r>
          </a:p>
        </p:txBody>
      </p:sp>
      <p:pic>
        <p:nvPicPr>
          <p:cNvPr id="5" name="Content Placeholder 4">
            <a:extLst>
              <a:ext uri="{FF2B5EF4-FFF2-40B4-BE49-F238E27FC236}">
                <a16:creationId xmlns:a16="http://schemas.microsoft.com/office/drawing/2014/main" id="{AA63705B-85DD-47E3-5EBE-32F753ECC5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476499" y="1558925"/>
            <a:ext cx="8391525" cy="5495925"/>
          </a:xfrm>
          <a:prstGeom prst="rect">
            <a:avLst/>
          </a:prstGeom>
          <a:noFill/>
          <a:ln>
            <a:noFill/>
          </a:ln>
        </p:spPr>
      </p:pic>
    </p:spTree>
    <p:extLst>
      <p:ext uri="{BB962C8B-B14F-4D97-AF65-F5344CB8AC3E}">
        <p14:creationId xmlns:p14="http://schemas.microsoft.com/office/powerpoint/2010/main" val="3355815854"/>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79E16-9BF0-7016-3DDB-3DCB528D0A61}"/>
              </a:ext>
            </a:extLst>
          </p:cNvPr>
          <p:cNvSpPr>
            <a:spLocks noGrp="1"/>
          </p:cNvSpPr>
          <p:nvPr>
            <p:ph type="title"/>
          </p:nvPr>
        </p:nvSpPr>
        <p:spPr>
          <a:xfrm>
            <a:off x="1376047" y="-49529"/>
            <a:ext cx="12025628" cy="1967861"/>
          </a:xfrm>
        </p:spPr>
        <p:txBody>
          <a:bodyPr/>
          <a:lstStyle/>
          <a:p>
            <a:r>
              <a:rPr lang="en-US" dirty="0"/>
              <a:t>                       Collaboration diagram</a:t>
            </a:r>
            <a:br>
              <a:rPr lang="en-US" dirty="0"/>
            </a:br>
            <a:endParaRPr lang="en-US" dirty="0"/>
          </a:p>
        </p:txBody>
      </p:sp>
      <p:pic>
        <p:nvPicPr>
          <p:cNvPr id="5" name="Content Placeholder 4">
            <a:extLst>
              <a:ext uri="{FF2B5EF4-FFF2-40B4-BE49-F238E27FC236}">
                <a16:creationId xmlns:a16="http://schemas.microsoft.com/office/drawing/2014/main" id="{A280D76D-52BF-4F5B-9C73-5D0F16BC25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009775" y="2009776"/>
            <a:ext cx="9925050" cy="5172074"/>
          </a:xfrm>
          <a:prstGeom prst="rect">
            <a:avLst/>
          </a:prstGeom>
          <a:noFill/>
          <a:ln>
            <a:noFill/>
          </a:ln>
        </p:spPr>
      </p:pic>
    </p:spTree>
    <p:extLst>
      <p:ext uri="{BB962C8B-B14F-4D97-AF65-F5344CB8AC3E}">
        <p14:creationId xmlns:p14="http://schemas.microsoft.com/office/powerpoint/2010/main" val="1539083233"/>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776BE-F75D-1417-E05A-A3AC00027A77}"/>
              </a:ext>
            </a:extLst>
          </p:cNvPr>
          <p:cNvSpPr>
            <a:spLocks noGrp="1"/>
          </p:cNvSpPr>
          <p:nvPr>
            <p:ph type="title"/>
          </p:nvPr>
        </p:nvSpPr>
        <p:spPr>
          <a:xfrm>
            <a:off x="1528447" y="190500"/>
            <a:ext cx="11206478" cy="1565907"/>
          </a:xfrm>
        </p:spPr>
        <p:txBody>
          <a:bodyPr/>
          <a:lstStyle/>
          <a:p>
            <a:r>
              <a:rPr lang="en-US" dirty="0"/>
              <a:t>                        Data-flow diagram</a:t>
            </a:r>
            <a:br>
              <a:rPr lang="en-US" dirty="0"/>
            </a:br>
            <a:endParaRPr lang="en-US" dirty="0"/>
          </a:p>
        </p:txBody>
      </p:sp>
      <p:pic>
        <p:nvPicPr>
          <p:cNvPr id="5" name="Content Placeholder 4">
            <a:extLst>
              <a:ext uri="{FF2B5EF4-FFF2-40B4-BE49-F238E27FC236}">
                <a16:creationId xmlns:a16="http://schemas.microsoft.com/office/drawing/2014/main" id="{EB581FD2-B145-CC63-6EB3-78E8B49EEFF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64586" y="1416050"/>
            <a:ext cx="6934200" cy="6238875"/>
          </a:xfrm>
          <a:prstGeom prst="rect">
            <a:avLst/>
          </a:prstGeom>
          <a:noFill/>
          <a:ln>
            <a:noFill/>
          </a:ln>
        </p:spPr>
      </p:pic>
    </p:spTree>
    <p:extLst>
      <p:ext uri="{BB962C8B-B14F-4D97-AF65-F5344CB8AC3E}">
        <p14:creationId xmlns:p14="http://schemas.microsoft.com/office/powerpoint/2010/main" val="3032575948"/>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219ED-9F62-94AF-3477-CD557BCA8D0A}"/>
              </a:ext>
            </a:extLst>
          </p:cNvPr>
          <p:cNvSpPr>
            <a:spLocks noGrp="1"/>
          </p:cNvSpPr>
          <p:nvPr>
            <p:ph type="title"/>
          </p:nvPr>
        </p:nvSpPr>
        <p:spPr>
          <a:xfrm>
            <a:off x="1962150" y="266700"/>
            <a:ext cx="9972675" cy="1403982"/>
          </a:xfrm>
        </p:spPr>
        <p:txBody>
          <a:bodyPr/>
          <a:lstStyle/>
          <a:p>
            <a:r>
              <a:rPr lang="en-US" dirty="0"/>
              <a:t>                    Sequence diagram</a:t>
            </a:r>
            <a:br>
              <a:rPr lang="en-US" dirty="0"/>
            </a:br>
            <a:endParaRPr lang="en-US" dirty="0"/>
          </a:p>
        </p:txBody>
      </p:sp>
      <p:pic>
        <p:nvPicPr>
          <p:cNvPr id="5" name="Content Placeholder 4">
            <a:extLst>
              <a:ext uri="{FF2B5EF4-FFF2-40B4-BE49-F238E27FC236}">
                <a16:creationId xmlns:a16="http://schemas.microsoft.com/office/drawing/2014/main" id="{36BE9BBD-EE14-B17A-20DB-7BDE2DACF93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24125" y="1670682"/>
            <a:ext cx="8848725" cy="6022344"/>
          </a:xfrm>
          <a:prstGeom prst="rect">
            <a:avLst/>
          </a:prstGeom>
          <a:noFill/>
          <a:ln>
            <a:noFill/>
          </a:ln>
        </p:spPr>
      </p:pic>
    </p:spTree>
    <p:extLst>
      <p:ext uri="{BB962C8B-B14F-4D97-AF65-F5344CB8AC3E}">
        <p14:creationId xmlns:p14="http://schemas.microsoft.com/office/powerpoint/2010/main" val="4236796042"/>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01C07-3B8F-043B-9E67-347A422B2E5C}"/>
              </a:ext>
            </a:extLst>
          </p:cNvPr>
          <p:cNvSpPr>
            <a:spLocks noGrp="1"/>
          </p:cNvSpPr>
          <p:nvPr>
            <p:ph type="title"/>
          </p:nvPr>
        </p:nvSpPr>
        <p:spPr>
          <a:xfrm>
            <a:off x="1800225" y="190500"/>
            <a:ext cx="11020425" cy="1257300"/>
          </a:xfrm>
        </p:spPr>
        <p:txBody>
          <a:bodyPr/>
          <a:lstStyle/>
          <a:p>
            <a:r>
              <a:rPr lang="en-US" dirty="0"/>
              <a:t>                          Class diagram</a:t>
            </a:r>
            <a:br>
              <a:rPr lang="en-US" dirty="0"/>
            </a:br>
            <a:endParaRPr lang="en-US" dirty="0"/>
          </a:p>
        </p:txBody>
      </p:sp>
      <p:pic>
        <p:nvPicPr>
          <p:cNvPr id="5" name="Content Placeholder 4">
            <a:extLst>
              <a:ext uri="{FF2B5EF4-FFF2-40B4-BE49-F238E27FC236}">
                <a16:creationId xmlns:a16="http://schemas.microsoft.com/office/drawing/2014/main" id="{B30AE3D8-614B-AA49-927A-554BD2988F5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89669" y="1571625"/>
            <a:ext cx="7251062" cy="6130290"/>
          </a:xfrm>
          <a:prstGeom prst="rect">
            <a:avLst/>
          </a:prstGeom>
          <a:noFill/>
          <a:ln>
            <a:noFill/>
          </a:ln>
        </p:spPr>
      </p:pic>
    </p:spTree>
    <p:extLst>
      <p:ext uri="{BB962C8B-B14F-4D97-AF65-F5344CB8AC3E}">
        <p14:creationId xmlns:p14="http://schemas.microsoft.com/office/powerpoint/2010/main" val="1047209959"/>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32D8C-48F7-FB38-8E61-1D53151F5A46}"/>
              </a:ext>
            </a:extLst>
          </p:cNvPr>
          <p:cNvSpPr>
            <a:spLocks noGrp="1"/>
          </p:cNvSpPr>
          <p:nvPr>
            <p:ph type="title"/>
          </p:nvPr>
        </p:nvSpPr>
        <p:spPr>
          <a:xfrm>
            <a:off x="1518921" y="228603"/>
            <a:ext cx="10434953" cy="1042032"/>
          </a:xfrm>
        </p:spPr>
        <p:txBody>
          <a:bodyPr/>
          <a:lstStyle/>
          <a:p>
            <a:r>
              <a:rPr lang="en-US" dirty="0"/>
              <a:t>                       Module description</a:t>
            </a:r>
          </a:p>
        </p:txBody>
      </p:sp>
      <p:sp>
        <p:nvSpPr>
          <p:cNvPr id="4" name="Text Placeholder 3">
            <a:extLst>
              <a:ext uri="{FF2B5EF4-FFF2-40B4-BE49-F238E27FC236}">
                <a16:creationId xmlns:a16="http://schemas.microsoft.com/office/drawing/2014/main" id="{F4C351AC-5ECA-F5E4-B360-0AA4C7E91328}"/>
              </a:ext>
            </a:extLst>
          </p:cNvPr>
          <p:cNvSpPr>
            <a:spLocks noGrp="1"/>
          </p:cNvSpPr>
          <p:nvPr>
            <p:ph type="body" sz="half" idx="2"/>
          </p:nvPr>
        </p:nvSpPr>
        <p:spPr>
          <a:xfrm>
            <a:off x="1600200" y="1442083"/>
            <a:ext cx="11658600" cy="6558914"/>
          </a:xfrm>
        </p:spPr>
        <p:txBody>
          <a:bodyPr>
            <a:normAutofit/>
          </a:bodyPr>
          <a:lstStyle/>
          <a:p>
            <a:r>
              <a:rPr lang="en-US" b="1" dirty="0"/>
              <a:t>1. Student Module:</a:t>
            </a:r>
          </a:p>
          <a:p>
            <a:pPr>
              <a:buFont typeface="Arial" panose="020B0604020202020204" pitchFamily="34" charset="0"/>
              <a:buChar char="•"/>
            </a:pPr>
            <a:r>
              <a:rPr lang="en-US" b="1" dirty="0"/>
              <a:t>Registration and Profile Management:</a:t>
            </a:r>
            <a:r>
              <a:rPr lang="en-US" dirty="0"/>
              <a:t> Allows students to register, create, and update their profiles with essential details such as personal information, academic background, skills, certifications, and resume upload.</a:t>
            </a:r>
          </a:p>
          <a:p>
            <a:pPr>
              <a:buFont typeface="Arial" panose="020B0604020202020204" pitchFamily="34" charset="0"/>
              <a:buChar char="•"/>
            </a:pPr>
            <a:r>
              <a:rPr lang="en-US" b="1" dirty="0"/>
              <a:t>View and Apply for Job Openings:</a:t>
            </a:r>
            <a:r>
              <a:rPr lang="en-US" dirty="0"/>
              <a:t> Students can view available job opportunities, filter them based on their preferences, and apply directly through the portal.</a:t>
            </a:r>
          </a:p>
          <a:p>
            <a:pPr>
              <a:buFont typeface="Arial" panose="020B0604020202020204" pitchFamily="34" charset="0"/>
              <a:buChar char="•"/>
            </a:pPr>
            <a:r>
              <a:rPr lang="en-US" b="1" dirty="0"/>
              <a:t>Application Status Tracking:</a:t>
            </a:r>
            <a:r>
              <a:rPr lang="en-US" dirty="0"/>
              <a:t> Students can track the status of their applications (e.g., applied, shortlisted, interview scheduled, selected/rejected).</a:t>
            </a:r>
          </a:p>
          <a:p>
            <a:pPr>
              <a:buFont typeface="Arial" panose="020B0604020202020204" pitchFamily="34" charset="0"/>
              <a:buChar char="•"/>
            </a:pPr>
            <a:r>
              <a:rPr lang="en-US" b="1" dirty="0"/>
              <a:t>Notifications and Announcements:</a:t>
            </a:r>
            <a:r>
              <a:rPr lang="en-US" dirty="0"/>
              <a:t> Provides updates on upcoming recruitment drives, deadlines, and important announcements from the placement office.</a:t>
            </a:r>
          </a:p>
          <a:p>
            <a:pPr>
              <a:buFont typeface="Arial" panose="020B0604020202020204" pitchFamily="34" charset="0"/>
              <a:buChar char="•"/>
            </a:pPr>
            <a:r>
              <a:rPr lang="en-US" b="1" dirty="0"/>
              <a:t>Placement Statistics:</a:t>
            </a:r>
            <a:r>
              <a:rPr lang="en-US" dirty="0"/>
              <a:t> Allows students to view previous placement records and statistics, helping them understand trends and set goals.</a:t>
            </a:r>
          </a:p>
          <a:p>
            <a:endParaRPr lang="en-US" dirty="0"/>
          </a:p>
        </p:txBody>
      </p:sp>
    </p:spTree>
    <p:extLst>
      <p:ext uri="{BB962C8B-B14F-4D97-AF65-F5344CB8AC3E}">
        <p14:creationId xmlns:p14="http://schemas.microsoft.com/office/powerpoint/2010/main" val="1949229917"/>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CDD21C3A-7227-5AB3-9CC8-7CAF35E7C07B}"/>
              </a:ext>
            </a:extLst>
          </p:cNvPr>
          <p:cNvSpPr>
            <a:spLocks noGrp="1"/>
          </p:cNvSpPr>
          <p:nvPr>
            <p:ph type="body" sz="half" idx="2"/>
          </p:nvPr>
        </p:nvSpPr>
        <p:spPr>
          <a:xfrm>
            <a:off x="1376046" y="495301"/>
            <a:ext cx="12206603" cy="7134224"/>
          </a:xfrm>
        </p:spPr>
        <p:txBody>
          <a:bodyPr/>
          <a:lstStyle/>
          <a:p>
            <a:endParaRPr lang="en-US" b="1" dirty="0"/>
          </a:p>
          <a:p>
            <a:endParaRPr lang="en-US" b="1" dirty="0"/>
          </a:p>
          <a:p>
            <a:r>
              <a:rPr lang="en-US" b="1" dirty="0"/>
              <a:t>2. Staff Module:</a:t>
            </a:r>
          </a:p>
          <a:p>
            <a:pPr>
              <a:buFont typeface="Arial" panose="020B0604020202020204" pitchFamily="34" charset="0"/>
              <a:buChar char="•"/>
            </a:pPr>
            <a:r>
              <a:rPr lang="en-US" b="1" dirty="0"/>
              <a:t>Manage Student Profiles:</a:t>
            </a:r>
            <a:r>
              <a:rPr lang="en-US" dirty="0"/>
              <a:t> Staff members can view and verify student details, resumes, and academic records to ensure eligibility for various job opportunities.</a:t>
            </a:r>
          </a:p>
          <a:p>
            <a:pPr>
              <a:buFont typeface="Arial" panose="020B0604020202020204" pitchFamily="34" charset="0"/>
              <a:buChar char="•"/>
            </a:pPr>
            <a:r>
              <a:rPr lang="en-US" b="1" dirty="0"/>
              <a:t>Job Posting Management:</a:t>
            </a:r>
            <a:r>
              <a:rPr lang="en-US" dirty="0"/>
              <a:t> Enables staff to post job openings from different companies, specify eligibility criteria, and manage recruitment schedules.</a:t>
            </a:r>
          </a:p>
          <a:p>
            <a:pPr>
              <a:buFont typeface="Arial" panose="020B0604020202020204" pitchFamily="34" charset="0"/>
              <a:buChar char="•"/>
            </a:pPr>
            <a:r>
              <a:rPr lang="en-US" b="1" dirty="0"/>
              <a:t>Interview Scheduling and Coordination:</a:t>
            </a:r>
            <a:r>
              <a:rPr lang="en-US" dirty="0"/>
              <a:t> Helps staff coordinate interview processes by scheduling dates, times, and notifying students and recruiters.</a:t>
            </a:r>
          </a:p>
          <a:p>
            <a:pPr>
              <a:buFont typeface="Arial" panose="020B0604020202020204" pitchFamily="34" charset="0"/>
              <a:buChar char="•"/>
            </a:pPr>
            <a:r>
              <a:rPr lang="en-US" b="1" dirty="0"/>
              <a:t>Communication with Recruiters:</a:t>
            </a:r>
            <a:r>
              <a:rPr lang="en-US" dirty="0"/>
              <a:t> Facilitates communication between staff and company representatives for scheduling and clarifying requirements.</a:t>
            </a:r>
          </a:p>
          <a:p>
            <a:pPr>
              <a:buFont typeface="Arial" panose="020B0604020202020204" pitchFamily="34" charset="0"/>
              <a:buChar char="•"/>
            </a:pPr>
            <a:r>
              <a:rPr lang="en-US" b="1" dirty="0"/>
              <a:t>Generate Reports:</a:t>
            </a:r>
            <a:r>
              <a:rPr lang="en-US" dirty="0"/>
              <a:t> Allows the generation of reports on student placement statistics, company participation, and recruitment trends for analysis.</a:t>
            </a:r>
          </a:p>
        </p:txBody>
      </p:sp>
    </p:spTree>
    <p:extLst>
      <p:ext uri="{BB962C8B-B14F-4D97-AF65-F5344CB8AC3E}">
        <p14:creationId xmlns:p14="http://schemas.microsoft.com/office/powerpoint/2010/main" val="1375027984"/>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A4B9AE8-96B2-6A9B-8DDB-DFDE98ACD2E8}"/>
              </a:ext>
            </a:extLst>
          </p:cNvPr>
          <p:cNvSpPr>
            <a:spLocks noGrp="1"/>
          </p:cNvSpPr>
          <p:nvPr>
            <p:ph type="body" sz="half" idx="2"/>
          </p:nvPr>
        </p:nvSpPr>
        <p:spPr>
          <a:xfrm>
            <a:off x="1376046" y="523875"/>
            <a:ext cx="11825603" cy="7124700"/>
          </a:xfrm>
        </p:spPr>
        <p:txBody>
          <a:bodyPr>
            <a:normAutofit/>
          </a:bodyPr>
          <a:lstStyle/>
          <a:p>
            <a:endParaRPr lang="en-US" b="1" dirty="0"/>
          </a:p>
          <a:p>
            <a:endParaRPr lang="en-US" b="1" dirty="0"/>
          </a:p>
          <a:p>
            <a:r>
              <a:rPr lang="en-US" b="1" dirty="0"/>
              <a:t>3. Admin Module:</a:t>
            </a:r>
          </a:p>
          <a:p>
            <a:pPr>
              <a:buFont typeface="Arial" panose="020B0604020202020204" pitchFamily="34" charset="0"/>
              <a:buChar char="•"/>
            </a:pPr>
            <a:r>
              <a:rPr lang="en-US" b="1" dirty="0"/>
              <a:t>User Management:</a:t>
            </a:r>
            <a:r>
              <a:rPr lang="en-US" dirty="0"/>
              <a:t> Admins can manage user accounts, including the creation and deletion of accounts for students and staff.</a:t>
            </a:r>
          </a:p>
          <a:p>
            <a:pPr>
              <a:buFont typeface="Arial" panose="020B0604020202020204" pitchFamily="34" charset="0"/>
              <a:buChar char="•"/>
            </a:pPr>
            <a:r>
              <a:rPr lang="en-US" b="1" dirty="0"/>
              <a:t>System Configuration:</a:t>
            </a:r>
            <a:r>
              <a:rPr lang="en-US" dirty="0"/>
              <a:t> Provides options to configure the portal settings, such as deadlines, eligibility criteria, and access rights.</a:t>
            </a:r>
          </a:p>
          <a:p>
            <a:pPr>
              <a:buFont typeface="Arial" panose="020B0604020202020204" pitchFamily="34" charset="0"/>
              <a:buChar char="•"/>
            </a:pPr>
            <a:r>
              <a:rPr lang="en-US" b="1" dirty="0"/>
              <a:t>Manage Recruiters and Companies:</a:t>
            </a:r>
            <a:r>
              <a:rPr lang="en-US" dirty="0"/>
              <a:t> Admins can onboard new companies, manage their profiles, and ensure smooth coordination between companies and students.</a:t>
            </a:r>
          </a:p>
          <a:p>
            <a:pPr>
              <a:buFont typeface="Arial" panose="020B0604020202020204" pitchFamily="34" charset="0"/>
              <a:buChar char="•"/>
            </a:pPr>
            <a:r>
              <a:rPr lang="en-US" b="1" dirty="0"/>
              <a:t>Track and Analyze Placements:</a:t>
            </a:r>
            <a:r>
              <a:rPr lang="en-US" dirty="0"/>
              <a:t> Allows admins to monitor the overall placement process, track student performance, and analyze company feedback.</a:t>
            </a:r>
          </a:p>
          <a:p>
            <a:pPr>
              <a:buFont typeface="Arial" panose="020B0604020202020204" pitchFamily="34" charset="0"/>
              <a:buChar char="•"/>
            </a:pPr>
            <a:r>
              <a:rPr lang="en-US" b="1" dirty="0"/>
              <a:t>Reports and Analytics Dashboard:</a:t>
            </a:r>
            <a:r>
              <a:rPr lang="en-US" dirty="0"/>
              <a:t> Provides an analytics dashboard with insights into placement success rates, company participation, student performance, and areas for improvement.</a:t>
            </a:r>
          </a:p>
          <a:p>
            <a:endParaRPr lang="en-US" dirty="0"/>
          </a:p>
        </p:txBody>
      </p:sp>
    </p:spTree>
    <p:extLst>
      <p:ext uri="{BB962C8B-B14F-4D97-AF65-F5344CB8AC3E}">
        <p14:creationId xmlns:p14="http://schemas.microsoft.com/office/powerpoint/2010/main" val="2112713121"/>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503E-06A8-BFF8-7833-7F3F72963A0B}"/>
              </a:ext>
            </a:extLst>
          </p:cNvPr>
          <p:cNvSpPr>
            <a:spLocks noGrp="1"/>
          </p:cNvSpPr>
          <p:nvPr>
            <p:ph type="title"/>
          </p:nvPr>
        </p:nvSpPr>
        <p:spPr>
          <a:xfrm>
            <a:off x="1485899" y="390525"/>
            <a:ext cx="12068175" cy="746757"/>
          </a:xfrm>
        </p:spPr>
        <p:txBody>
          <a:bodyPr/>
          <a:lstStyle/>
          <a:p>
            <a:r>
              <a:rPr lang="en-US" dirty="0"/>
              <a:t>                                Future scope</a:t>
            </a:r>
          </a:p>
        </p:txBody>
      </p:sp>
      <p:sp>
        <p:nvSpPr>
          <p:cNvPr id="4" name="Text Placeholder 3">
            <a:extLst>
              <a:ext uri="{FF2B5EF4-FFF2-40B4-BE49-F238E27FC236}">
                <a16:creationId xmlns:a16="http://schemas.microsoft.com/office/drawing/2014/main" id="{A98FF9A3-DDF6-4909-A8A8-997BB8F03ECA}"/>
              </a:ext>
            </a:extLst>
          </p:cNvPr>
          <p:cNvSpPr>
            <a:spLocks noGrp="1"/>
          </p:cNvSpPr>
          <p:nvPr>
            <p:ph type="body" sz="half" idx="2"/>
          </p:nvPr>
        </p:nvSpPr>
        <p:spPr>
          <a:xfrm>
            <a:off x="1376046" y="1137283"/>
            <a:ext cx="12178027" cy="6511292"/>
          </a:xfrm>
        </p:spPr>
        <p:txBody>
          <a:bodyPr>
            <a:normAutofit fontScale="92500"/>
          </a:bodyPr>
          <a:lstStyle/>
          <a:p>
            <a:r>
              <a:rPr lang="en-US" b="1" dirty="0"/>
              <a:t>Future Scope of Placement Portal Management System in College</a:t>
            </a:r>
          </a:p>
          <a:p>
            <a:pPr>
              <a:buFont typeface="Arial" panose="020B0604020202020204" pitchFamily="34" charset="0"/>
              <a:buChar char="•"/>
            </a:pPr>
            <a:r>
              <a:rPr lang="en-US" b="1" dirty="0"/>
              <a:t>Enhanced Student Engagement</a:t>
            </a:r>
            <a:endParaRPr lang="en-US" dirty="0"/>
          </a:p>
          <a:p>
            <a:pPr marL="742950" lvl="1" indent="-285750">
              <a:buFont typeface="Arial" panose="020B0604020202020204" pitchFamily="34" charset="0"/>
              <a:buChar char="•"/>
            </a:pPr>
            <a:r>
              <a:rPr lang="en-US" dirty="0"/>
              <a:t>Continuous updates to the platform to keep students engaged with placement opportunities and career resources.</a:t>
            </a:r>
          </a:p>
          <a:p>
            <a:pPr>
              <a:buFont typeface="Arial" panose="020B0604020202020204" pitchFamily="34" charset="0"/>
              <a:buChar char="•"/>
            </a:pPr>
            <a:r>
              <a:rPr lang="en-US" b="1" dirty="0"/>
              <a:t>Integration with Academic Programs</a:t>
            </a:r>
            <a:endParaRPr lang="en-US" dirty="0"/>
          </a:p>
          <a:p>
            <a:pPr marL="742950" lvl="1" indent="-285750">
              <a:buFont typeface="Arial" panose="020B0604020202020204" pitchFamily="34" charset="0"/>
              <a:buChar char="•"/>
            </a:pPr>
            <a:r>
              <a:rPr lang="en-US" dirty="0"/>
              <a:t>Align placement activities with academic calendars, ensuring students are prepared for job applications in sync with their coursework.</a:t>
            </a:r>
          </a:p>
          <a:p>
            <a:pPr>
              <a:buFont typeface="Arial" panose="020B0604020202020204" pitchFamily="34" charset="0"/>
              <a:buChar char="•"/>
            </a:pPr>
            <a:r>
              <a:rPr lang="en-US" b="1" dirty="0"/>
              <a:t>Career Counseling Services</a:t>
            </a:r>
            <a:endParaRPr lang="en-US" dirty="0"/>
          </a:p>
          <a:p>
            <a:pPr marL="742950" lvl="1" indent="-285750">
              <a:buFont typeface="Arial" panose="020B0604020202020204" pitchFamily="34" charset="0"/>
              <a:buChar char="•"/>
            </a:pPr>
            <a:r>
              <a:rPr lang="en-US" dirty="0"/>
              <a:t>Utilize the system for scheduling one-on-one counseling sessions to guide students in their career paths.</a:t>
            </a:r>
          </a:p>
          <a:p>
            <a:pPr>
              <a:buFont typeface="Arial" panose="020B0604020202020204" pitchFamily="34" charset="0"/>
              <a:buChar char="•"/>
            </a:pPr>
            <a:r>
              <a:rPr lang="en-US" b="1" dirty="0"/>
              <a:t>Workshops and Training Sessions</a:t>
            </a:r>
            <a:endParaRPr lang="en-US" dirty="0"/>
          </a:p>
          <a:p>
            <a:pPr marL="742950" lvl="1" indent="-285750">
              <a:buFont typeface="Arial" panose="020B0604020202020204" pitchFamily="34" charset="0"/>
              <a:buChar char="•"/>
            </a:pPr>
            <a:r>
              <a:rPr lang="en-US" dirty="0"/>
              <a:t>Organize skill development workshops directly through the portal, allowing students to register and participate in relevant training sessions.</a:t>
            </a:r>
          </a:p>
          <a:p>
            <a:pPr>
              <a:buFont typeface="Arial" panose="020B0604020202020204" pitchFamily="34" charset="0"/>
              <a:buChar char="•"/>
            </a:pPr>
            <a:r>
              <a:rPr lang="en-US" b="1" dirty="0"/>
              <a:t>Real-Time Feedback and Support</a:t>
            </a:r>
            <a:endParaRPr lang="en-US" dirty="0"/>
          </a:p>
          <a:p>
            <a:pPr marL="742950" lvl="1" indent="-285750">
              <a:buFont typeface="Arial" panose="020B0604020202020204" pitchFamily="34" charset="0"/>
              <a:buChar char="•"/>
            </a:pPr>
            <a:r>
              <a:rPr lang="en-US" dirty="0"/>
              <a:t>Provide a mechanism for students to receive real-time feedback on applications and interviews, helping them improve continuously.</a:t>
            </a:r>
          </a:p>
          <a:p>
            <a:pPr>
              <a:buFont typeface="Arial" panose="020B0604020202020204" pitchFamily="34" charset="0"/>
              <a:buChar char="•"/>
            </a:pPr>
            <a:r>
              <a:rPr lang="en-US" b="1" dirty="0"/>
              <a:t>Employer Collaboration</a:t>
            </a:r>
            <a:endParaRPr lang="en-US" dirty="0"/>
          </a:p>
          <a:p>
            <a:pPr marL="742950" lvl="1" indent="-285750">
              <a:buFont typeface="Arial" panose="020B0604020202020204" pitchFamily="34" charset="0"/>
              <a:buChar char="•"/>
            </a:pPr>
            <a:r>
              <a:rPr lang="en-US" dirty="0"/>
              <a:t>Strengthen partnerships with companies to facilitate regular recruitment drives and guest lectures through the system.</a:t>
            </a:r>
          </a:p>
          <a:p>
            <a:pPr>
              <a:buFont typeface="Arial" panose="020B0604020202020204" pitchFamily="34" charset="0"/>
              <a:buChar char="•"/>
            </a:pPr>
            <a:r>
              <a:rPr lang="en-US" b="1" dirty="0"/>
              <a:t>Data Analytics for Improvement</a:t>
            </a:r>
            <a:endParaRPr lang="en-US" dirty="0"/>
          </a:p>
          <a:p>
            <a:pPr marL="742950" lvl="1" indent="-285750">
              <a:buFont typeface="Arial" panose="020B0604020202020204" pitchFamily="34" charset="0"/>
              <a:buChar char="•"/>
            </a:pPr>
            <a:r>
              <a:rPr lang="en-US" dirty="0"/>
              <a:t>Use data analytics to assess placement success rates, identifying areas for improvement in student readiness and employer engagement.</a:t>
            </a:r>
          </a:p>
          <a:p>
            <a:endParaRPr lang="en-US" dirty="0"/>
          </a:p>
        </p:txBody>
      </p:sp>
    </p:spTree>
    <p:extLst>
      <p:ext uri="{BB962C8B-B14F-4D97-AF65-F5344CB8AC3E}">
        <p14:creationId xmlns:p14="http://schemas.microsoft.com/office/powerpoint/2010/main" val="3047541803"/>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B8089-3DDC-2648-0677-54B147EE760D}"/>
              </a:ext>
            </a:extLst>
          </p:cNvPr>
          <p:cNvSpPr>
            <a:spLocks noGrp="1"/>
          </p:cNvSpPr>
          <p:nvPr>
            <p:ph type="title"/>
          </p:nvPr>
        </p:nvSpPr>
        <p:spPr>
          <a:xfrm>
            <a:off x="1914524" y="485778"/>
            <a:ext cx="11229975" cy="765807"/>
          </a:xfrm>
        </p:spPr>
        <p:txBody>
          <a:bodyPr/>
          <a:lstStyle/>
          <a:p>
            <a:r>
              <a:rPr lang="en-US" dirty="0"/>
              <a:t>                              conclusion</a:t>
            </a:r>
          </a:p>
        </p:txBody>
      </p:sp>
      <p:sp>
        <p:nvSpPr>
          <p:cNvPr id="4" name="Text Placeholder 3">
            <a:extLst>
              <a:ext uri="{FF2B5EF4-FFF2-40B4-BE49-F238E27FC236}">
                <a16:creationId xmlns:a16="http://schemas.microsoft.com/office/drawing/2014/main" id="{041B62D6-C9BB-56F8-16E8-153D8B4BCDC0}"/>
              </a:ext>
            </a:extLst>
          </p:cNvPr>
          <p:cNvSpPr>
            <a:spLocks noGrp="1"/>
          </p:cNvSpPr>
          <p:nvPr>
            <p:ph type="body" sz="half" idx="2"/>
          </p:nvPr>
        </p:nvSpPr>
        <p:spPr>
          <a:xfrm>
            <a:off x="1376047" y="1251585"/>
            <a:ext cx="11768452" cy="5697855"/>
          </a:xfrm>
        </p:spPr>
        <p:txBody>
          <a:bodyPr>
            <a:normAutofit fontScale="92500" lnSpcReduction="20000"/>
          </a:bodyPr>
          <a:lstStyle/>
          <a:p>
            <a:r>
              <a:rPr lang="en-US" b="1" dirty="0"/>
              <a:t>Conclusion of Placement Portal Management System</a:t>
            </a:r>
          </a:p>
          <a:p>
            <a:pPr>
              <a:buFont typeface="Arial" panose="020B0604020202020204" pitchFamily="34" charset="0"/>
              <a:buChar char="•"/>
            </a:pPr>
            <a:r>
              <a:rPr lang="en-US" b="1" dirty="0"/>
              <a:t>Enhanced Efficiency</a:t>
            </a:r>
            <a:endParaRPr lang="en-US" dirty="0"/>
          </a:p>
          <a:p>
            <a:pPr marL="742950" lvl="1" indent="-285750">
              <a:buFont typeface="Arial" panose="020B0604020202020204" pitchFamily="34" charset="0"/>
              <a:buChar char="•"/>
            </a:pPr>
            <a:r>
              <a:rPr lang="en-US" dirty="0"/>
              <a:t>Significantly improves the placement process within educational institutions.</a:t>
            </a:r>
          </a:p>
          <a:p>
            <a:pPr marL="742950" lvl="1" indent="-285750">
              <a:buFont typeface="Arial" panose="020B0604020202020204" pitchFamily="34" charset="0"/>
              <a:buChar char="•"/>
            </a:pPr>
            <a:r>
              <a:rPr lang="en-US" dirty="0"/>
              <a:t>Automates critical tasks for streamlined operations.</a:t>
            </a:r>
          </a:p>
          <a:p>
            <a:pPr>
              <a:buFont typeface="Arial" panose="020B0604020202020204" pitchFamily="34" charset="0"/>
              <a:buChar char="•"/>
            </a:pPr>
            <a:r>
              <a:rPr lang="en-US" b="1" dirty="0"/>
              <a:t>Seamless Communication</a:t>
            </a:r>
            <a:endParaRPr lang="en-US" dirty="0"/>
          </a:p>
          <a:p>
            <a:pPr marL="742950" lvl="1" indent="-285750">
              <a:buFont typeface="Arial" panose="020B0604020202020204" pitchFamily="34" charset="0"/>
              <a:buChar char="•"/>
            </a:pPr>
            <a:r>
              <a:rPr lang="en-US" dirty="0"/>
              <a:t>Facilitates effective interaction between students, staff, and administrators.</a:t>
            </a:r>
          </a:p>
          <a:p>
            <a:pPr>
              <a:buFont typeface="Arial" panose="020B0604020202020204" pitchFamily="34" charset="0"/>
              <a:buChar char="•"/>
            </a:pPr>
            <a:r>
              <a:rPr lang="en-US" b="1" dirty="0"/>
              <a:t>Core Modules</a:t>
            </a:r>
            <a:endParaRPr lang="en-US" dirty="0"/>
          </a:p>
          <a:p>
            <a:pPr marL="742950" lvl="1" indent="-285750">
              <a:buFont typeface="Arial" panose="020B0604020202020204" pitchFamily="34" charset="0"/>
              <a:buChar char="•"/>
            </a:pPr>
            <a:r>
              <a:rPr lang="en-US" b="1" dirty="0"/>
              <a:t>Student Module:</a:t>
            </a:r>
            <a:r>
              <a:rPr lang="en-US" dirty="0"/>
              <a:t> Empowers students to manage profiles, upload resumes, track applications, and receive notifications.</a:t>
            </a:r>
          </a:p>
          <a:p>
            <a:pPr marL="742950" lvl="1" indent="-285750">
              <a:buFont typeface="Arial" panose="020B0604020202020204" pitchFamily="34" charset="0"/>
              <a:buChar char="•"/>
            </a:pPr>
            <a:r>
              <a:rPr lang="en-US" b="1" dirty="0"/>
              <a:t>Staff Module:</a:t>
            </a:r>
            <a:r>
              <a:rPr lang="en-US" dirty="0"/>
              <a:t> Provides tools for faculty to verify submissions, schedule interviews, and coordinate with recruiters.</a:t>
            </a:r>
          </a:p>
          <a:p>
            <a:pPr marL="742950" lvl="1" indent="-285750">
              <a:buFont typeface="Arial" panose="020B0604020202020204" pitchFamily="34" charset="0"/>
              <a:buChar char="•"/>
            </a:pPr>
            <a:r>
              <a:rPr lang="en-US" b="1" dirty="0"/>
              <a:t>Admin Module:</a:t>
            </a:r>
            <a:r>
              <a:rPr lang="en-US" dirty="0"/>
              <a:t> Offers control over system operations, including role management, permissions, and report generation.</a:t>
            </a:r>
          </a:p>
          <a:p>
            <a:pPr>
              <a:buFont typeface="Arial" panose="020B0604020202020204" pitchFamily="34" charset="0"/>
              <a:buChar char="•"/>
            </a:pPr>
            <a:r>
              <a:rPr lang="en-US" b="1" dirty="0"/>
              <a:t>Technical Capabilities</a:t>
            </a:r>
            <a:endParaRPr lang="en-US" dirty="0"/>
          </a:p>
          <a:p>
            <a:pPr marL="742950" lvl="1" indent="-285750">
              <a:buFont typeface="Arial" panose="020B0604020202020204" pitchFamily="34" charset="0"/>
              <a:buChar char="•"/>
            </a:pPr>
            <a:r>
              <a:rPr lang="en-US" dirty="0"/>
              <a:t>Leverages PHP and MySQL for efficient data management and user interaction.</a:t>
            </a:r>
          </a:p>
          <a:p>
            <a:pPr>
              <a:buFont typeface="Arial" panose="020B0604020202020204" pitchFamily="34" charset="0"/>
              <a:buChar char="•"/>
            </a:pPr>
            <a:r>
              <a:rPr lang="en-US" b="1" dirty="0"/>
              <a:t>Addressing Demand</a:t>
            </a:r>
            <a:endParaRPr lang="en-US" dirty="0"/>
          </a:p>
          <a:p>
            <a:pPr marL="742950" lvl="1" indent="-285750">
              <a:buFont typeface="Arial" panose="020B0604020202020204" pitchFamily="34" charset="0"/>
              <a:buChar char="•"/>
            </a:pPr>
            <a:r>
              <a:rPr lang="en-US" dirty="0"/>
              <a:t>Meets the need for digital-first solutions in educational institutions.</a:t>
            </a:r>
          </a:p>
          <a:p>
            <a:pPr marL="742950" lvl="1" indent="-285750">
              <a:buFont typeface="Arial" panose="020B0604020202020204" pitchFamily="34" charset="0"/>
              <a:buChar char="•"/>
            </a:pPr>
            <a:r>
              <a:rPr lang="en-US" dirty="0"/>
              <a:t>Reduces administrative burdens and enhances the overall placement experience for stakeholders.</a:t>
            </a:r>
          </a:p>
          <a:p>
            <a:endParaRPr lang="en-US" dirty="0"/>
          </a:p>
        </p:txBody>
      </p:sp>
    </p:spTree>
    <p:extLst>
      <p:ext uri="{BB962C8B-B14F-4D97-AF65-F5344CB8AC3E}">
        <p14:creationId xmlns:p14="http://schemas.microsoft.com/office/powerpoint/2010/main" val="2316257848"/>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0C38F-1251-A608-ADA2-340C4752F2F8}"/>
              </a:ext>
            </a:extLst>
          </p:cNvPr>
          <p:cNvSpPr>
            <a:spLocks noGrp="1"/>
          </p:cNvSpPr>
          <p:nvPr>
            <p:ph type="title"/>
          </p:nvPr>
        </p:nvSpPr>
        <p:spPr>
          <a:xfrm>
            <a:off x="1376047" y="457203"/>
            <a:ext cx="12130403" cy="822957"/>
          </a:xfrm>
        </p:spPr>
        <p:txBody>
          <a:bodyPr/>
          <a:lstStyle/>
          <a:p>
            <a:r>
              <a:rPr lang="en-US" dirty="0"/>
              <a:t>                                  references</a:t>
            </a:r>
          </a:p>
        </p:txBody>
      </p:sp>
      <p:sp>
        <p:nvSpPr>
          <p:cNvPr id="4" name="Text Placeholder 3">
            <a:extLst>
              <a:ext uri="{FF2B5EF4-FFF2-40B4-BE49-F238E27FC236}">
                <a16:creationId xmlns:a16="http://schemas.microsoft.com/office/drawing/2014/main" id="{711EC1C4-910A-55A6-B678-518C9326E5B8}"/>
              </a:ext>
            </a:extLst>
          </p:cNvPr>
          <p:cNvSpPr>
            <a:spLocks noGrp="1"/>
          </p:cNvSpPr>
          <p:nvPr>
            <p:ph type="body" sz="half" idx="2"/>
          </p:nvPr>
        </p:nvSpPr>
        <p:spPr>
          <a:xfrm>
            <a:off x="1123950" y="1190625"/>
            <a:ext cx="12382499" cy="6343650"/>
          </a:xfrm>
        </p:spPr>
        <p:txBody>
          <a:bodyPr>
            <a:normAutofit fontScale="92500" lnSpcReduction="20000"/>
          </a:bodyPr>
          <a:lstStyle/>
          <a:p>
            <a:pPr>
              <a:buFont typeface="Arial" panose="020B0604020202020204" pitchFamily="34" charset="0"/>
              <a:buChar char="•"/>
            </a:pPr>
            <a:r>
              <a:rPr lang="en-US" b="1" dirty="0"/>
              <a:t>T. Kumar, S. Sharma, and P. Singh (2022)</a:t>
            </a:r>
            <a:endParaRPr lang="en-US" dirty="0"/>
          </a:p>
          <a:p>
            <a:pPr marL="742950" lvl="1" indent="-285750">
              <a:buFont typeface="Arial" panose="020B0604020202020204" pitchFamily="34" charset="0"/>
              <a:buChar char="•"/>
            </a:pPr>
            <a:r>
              <a:rPr lang="en-US" dirty="0"/>
              <a:t>"Streamlining Placement Processes in Higher Education Using Web-Based Platforms"</a:t>
            </a:r>
          </a:p>
          <a:p>
            <a:pPr marL="742950" lvl="1" indent="-285750">
              <a:buFont typeface="Arial" panose="020B0604020202020204" pitchFamily="34" charset="0"/>
              <a:buChar char="•"/>
            </a:pPr>
            <a:r>
              <a:rPr lang="en-US" i="1" dirty="0"/>
              <a:t>Journal of Computer Applications in Education</a:t>
            </a:r>
            <a:r>
              <a:rPr lang="en-US" dirty="0"/>
              <a:t>, vol. 45, no. 2, pp. 98-105.</a:t>
            </a:r>
          </a:p>
          <a:p>
            <a:pPr marL="742950" lvl="1" indent="-285750">
              <a:buFont typeface="Arial" panose="020B0604020202020204" pitchFamily="34" charset="0"/>
              <a:buChar char="•"/>
            </a:pPr>
            <a:r>
              <a:rPr lang="en-US" dirty="0" err="1"/>
              <a:t>doi</a:t>
            </a:r>
            <a:r>
              <a:rPr lang="en-US" dirty="0"/>
              <a:t>: 10.1016/j.jcae.2022.101235.</a:t>
            </a:r>
          </a:p>
          <a:p>
            <a:pPr>
              <a:buFont typeface="Arial" panose="020B0604020202020204" pitchFamily="34" charset="0"/>
              <a:buChar char="•"/>
            </a:pPr>
            <a:r>
              <a:rPr lang="en-US" b="1" dirty="0"/>
              <a:t>A. Gupta, R. Pandey, and S. Verma (2023)</a:t>
            </a:r>
            <a:endParaRPr lang="en-US" dirty="0"/>
          </a:p>
          <a:p>
            <a:pPr marL="742950" lvl="1" indent="-285750">
              <a:buFont typeface="Arial" panose="020B0604020202020204" pitchFamily="34" charset="0"/>
              <a:buChar char="•"/>
            </a:pPr>
            <a:r>
              <a:rPr lang="en-US" dirty="0"/>
              <a:t>"Efficient Student and Company Coordination through Digital Portals in Campus Recruitment"</a:t>
            </a:r>
          </a:p>
          <a:p>
            <a:pPr marL="742950" lvl="1" indent="-285750">
              <a:buFont typeface="Arial" panose="020B0604020202020204" pitchFamily="34" charset="0"/>
              <a:buChar char="•"/>
            </a:pPr>
            <a:r>
              <a:rPr lang="en-US" i="1" dirty="0"/>
              <a:t>IEEE Conference on Innovations in Web Applications</a:t>
            </a:r>
            <a:r>
              <a:rPr lang="en-US" dirty="0"/>
              <a:t>, pp. 230-238.</a:t>
            </a:r>
          </a:p>
          <a:p>
            <a:pPr marL="742950" lvl="1" indent="-285750">
              <a:buFont typeface="Arial" panose="020B0604020202020204" pitchFamily="34" charset="0"/>
              <a:buChar char="•"/>
            </a:pPr>
            <a:r>
              <a:rPr lang="en-US" dirty="0" err="1"/>
              <a:t>doi</a:t>
            </a:r>
            <a:r>
              <a:rPr lang="en-US" dirty="0"/>
              <a:t>: 10.1109/CIWA2023.8971234.</a:t>
            </a:r>
          </a:p>
          <a:p>
            <a:pPr>
              <a:buFont typeface="Arial" panose="020B0604020202020204" pitchFamily="34" charset="0"/>
              <a:buChar char="•"/>
            </a:pPr>
            <a:r>
              <a:rPr lang="en-US" b="1" dirty="0"/>
              <a:t>J. Williams and T. Brown (2020)</a:t>
            </a:r>
            <a:endParaRPr lang="en-US" dirty="0"/>
          </a:p>
          <a:p>
            <a:pPr marL="742950" lvl="1" indent="-285750">
              <a:buFont typeface="Arial" panose="020B0604020202020204" pitchFamily="34" charset="0"/>
              <a:buChar char="•"/>
            </a:pPr>
            <a:r>
              <a:rPr lang="en-US" dirty="0"/>
              <a:t>“Automation of Placement Activities Using Web Technologies: An Overview”</a:t>
            </a:r>
          </a:p>
          <a:p>
            <a:pPr marL="742950" lvl="1" indent="-285750">
              <a:buFont typeface="Arial" panose="020B0604020202020204" pitchFamily="34" charset="0"/>
              <a:buChar char="•"/>
            </a:pPr>
            <a:r>
              <a:rPr lang="en-US" i="1" dirty="0"/>
              <a:t>Journal of Information Systems and Web Development</a:t>
            </a:r>
            <a:r>
              <a:rPr lang="en-US" dirty="0"/>
              <a:t>, vol. 32, no. 4, pp. 455-460.</a:t>
            </a:r>
          </a:p>
          <a:p>
            <a:pPr marL="742950" lvl="1" indent="-285750">
              <a:buFont typeface="Arial" panose="020B0604020202020204" pitchFamily="34" charset="0"/>
              <a:buChar char="•"/>
            </a:pPr>
            <a:r>
              <a:rPr lang="en-US" dirty="0" err="1"/>
              <a:t>doi</a:t>
            </a:r>
            <a:r>
              <a:rPr lang="en-US" dirty="0"/>
              <a:t>: 10.1016/j.jisd.2020.101234.</a:t>
            </a:r>
          </a:p>
          <a:p>
            <a:pPr>
              <a:buFont typeface="Arial" panose="020B0604020202020204" pitchFamily="34" charset="0"/>
              <a:buChar char="•"/>
            </a:pPr>
            <a:r>
              <a:rPr lang="en-US" b="1" dirty="0"/>
              <a:t>"A Survey on Student Information Systems" (2017)</a:t>
            </a:r>
            <a:endParaRPr lang="en-US" dirty="0"/>
          </a:p>
          <a:p>
            <a:pPr marL="742950" lvl="1" indent="-285750">
              <a:buFont typeface="Arial" panose="020B0604020202020204" pitchFamily="34" charset="0"/>
              <a:buChar char="•"/>
            </a:pPr>
            <a:r>
              <a:rPr lang="en-US" i="1" dirty="0"/>
              <a:t>Journal of Educational Technology &amp; Society</a:t>
            </a:r>
            <a:r>
              <a:rPr lang="en-US" dirty="0"/>
              <a:t>, vol. 22, March 2017.</a:t>
            </a:r>
          </a:p>
          <a:p>
            <a:pPr>
              <a:buFont typeface="Arial" panose="020B0604020202020204" pitchFamily="34" charset="0"/>
              <a:buChar char="•"/>
            </a:pPr>
            <a:r>
              <a:rPr lang="en-US" b="1" dirty="0"/>
              <a:t>"Web-Based Systems for Recruitment Management: A Survey" (2016)</a:t>
            </a:r>
            <a:endParaRPr lang="en-US" dirty="0"/>
          </a:p>
          <a:p>
            <a:pPr marL="742950" lvl="1" indent="-285750">
              <a:buFont typeface="Arial" panose="020B0604020202020204" pitchFamily="34" charset="0"/>
              <a:buChar char="•"/>
            </a:pPr>
            <a:r>
              <a:rPr lang="en-US" i="1" dirty="0"/>
              <a:t>International Journal of Computer Applications</a:t>
            </a:r>
            <a:r>
              <a:rPr lang="en-US" dirty="0"/>
              <a:t>, vol. 128, June 2016.</a:t>
            </a:r>
          </a:p>
          <a:p>
            <a:pPr>
              <a:buFont typeface="Arial" panose="020B0604020202020204" pitchFamily="34" charset="0"/>
              <a:buChar char="•"/>
            </a:pPr>
            <a:r>
              <a:rPr lang="en-US" b="1" dirty="0"/>
              <a:t>"Automating Placement Activities Using Web Portals: A Case Study" (2018)</a:t>
            </a:r>
            <a:endParaRPr lang="en-US" dirty="0"/>
          </a:p>
          <a:p>
            <a:pPr marL="742950" lvl="1" indent="-285750">
              <a:buFont typeface="Arial" panose="020B0604020202020204" pitchFamily="34" charset="0"/>
              <a:buChar char="•"/>
            </a:pPr>
            <a:r>
              <a:rPr lang="en-US" i="1" dirty="0"/>
              <a:t>IEEE Access</a:t>
            </a:r>
            <a:r>
              <a:rPr lang="en-US" dirty="0"/>
              <a:t>, vol. 6, July 2018.</a:t>
            </a:r>
          </a:p>
          <a:p>
            <a:endParaRPr lang="en-US" dirty="0"/>
          </a:p>
        </p:txBody>
      </p:sp>
    </p:spTree>
    <p:extLst>
      <p:ext uri="{BB962C8B-B14F-4D97-AF65-F5344CB8AC3E}">
        <p14:creationId xmlns:p14="http://schemas.microsoft.com/office/powerpoint/2010/main" val="2343471054"/>
      </p:ext>
    </p:extLst>
  </p:cSld>
  <p:clrMapOvr>
    <a:masterClrMapping/>
  </p:clrMapOvr>
  <p:transition spd="slow">
    <p:cove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ank You Vector at GetDrawings | Free download">
            <a:extLst>
              <a:ext uri="{FF2B5EF4-FFF2-40B4-BE49-F238E27FC236}">
                <a16:creationId xmlns:a16="http://schemas.microsoft.com/office/drawing/2014/main" id="{DBEA78FF-768C-6FF4-9B63-6BD10BE9D3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840" y="894080"/>
            <a:ext cx="12385040" cy="6441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1477142"/>
      </p:ext>
    </p:extLst>
  </p:cSld>
  <p:clrMapOvr>
    <a:masterClrMapping/>
  </p:clrMapOvr>
  <p:transition spd="slow">
    <p:cover/>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449</TotalTime>
  <Words>1876</Words>
  <Application>Microsoft Office PowerPoint</Application>
  <PresentationFormat>Custom</PresentationFormat>
  <Paragraphs>126</Paragraphs>
  <Slides>19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Google Sans</vt:lpstr>
      <vt:lpstr>Times New Roman</vt:lpstr>
      <vt:lpstr>Tw Cen MT</vt:lpstr>
      <vt:lpstr>Wingdings</vt:lpstr>
      <vt:lpstr>Circuit</vt:lpstr>
      <vt:lpstr>PowerPoint Presentation</vt:lpstr>
      <vt:lpstr>PowerPoint Presentation</vt:lpstr>
      <vt:lpstr>PowerPoint Presentation</vt:lpstr>
      <vt:lpstr>LITERATURE SURVEY</vt:lpstr>
      <vt:lpstr>PowerPoint Presentation</vt:lpstr>
      <vt:lpstr>PowerPoint Presentation</vt:lpstr>
      <vt:lpstr>                         System architecture</vt:lpstr>
      <vt:lpstr>USEcase diagram</vt:lpstr>
      <vt:lpstr>                       Collaboration diagram </vt:lpstr>
      <vt:lpstr>                        Data-flow diagram </vt:lpstr>
      <vt:lpstr>                    Sequence diagram </vt:lpstr>
      <vt:lpstr>                          Class diagram </vt:lpstr>
      <vt:lpstr>                       Module description</vt:lpstr>
      <vt:lpstr>PowerPoint Presentation</vt:lpstr>
      <vt:lpstr>PowerPoint Presentation</vt:lpstr>
      <vt:lpstr>                                Future scope</vt:lpstr>
      <vt:lpstr>                              conclusion</vt:lpstr>
      <vt:lpstr>                                  references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Sirisha G</cp:lastModifiedBy>
  <cp:revision>7</cp:revision>
  <dcterms:created xsi:type="dcterms:W3CDTF">2024-03-12T15:50:00Z</dcterms:created>
  <dcterms:modified xsi:type="dcterms:W3CDTF">2024-10-21T06:34:46Z</dcterms:modified>
</cp:coreProperties>
</file>